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6baeae0660ed4339" Type="http://schemas.microsoft.com/office/2006/relationships/ui/extensibility" Target="customUI/customUI.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256" r:id="rId2"/>
    <p:sldId id="260" r:id="rId3"/>
    <p:sldId id="263" r:id="rId4"/>
    <p:sldId id="262" r:id="rId5"/>
    <p:sldId id="264" r:id="rId6"/>
    <p:sldId id="268" r:id="rId7"/>
    <p:sldId id="269" r:id="rId8"/>
    <p:sldId id="270" r:id="rId9"/>
    <p:sldId id="266" r:id="rId1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p:defaultTextStyle>
  <p:extLst>
    <p:ext uri="{EFAFB233-063F-42B5-8137-9DF3F51BA10A}">
      <p15:sldGuideLst xmlns:p15="http://schemas.microsoft.com/office/powerpoint/2012/main">
        <p15:guide id="1" orient="horz" pos="5"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1D76"/>
    <a:srgbClr val="3F3052"/>
    <a:srgbClr val="543F6D"/>
    <a:srgbClr val="B0DBC8"/>
    <a:srgbClr val="5B4576"/>
    <a:srgbClr val="005482"/>
    <a:srgbClr val="4061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autoAdjust="0"/>
    <p:restoredTop sz="94577" autoAdjust="0"/>
  </p:normalViewPr>
  <p:slideViewPr>
    <p:cSldViewPr snapToGrid="0" snapToObjects="1" showGuides="1">
      <p:cViewPr varScale="1">
        <p:scale>
          <a:sx n="62" d="100"/>
          <a:sy n="62" d="100"/>
        </p:scale>
        <p:origin x="1372" y="52"/>
      </p:cViewPr>
      <p:guideLst>
        <p:guide orient="horz" pos="5"/>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showGuides="1">
      <p:cViewPr varScale="1">
        <p:scale>
          <a:sx n="93" d="100"/>
          <a:sy n="93" d="100"/>
        </p:scale>
        <p:origin x="-360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oleObject" Target="file:///D:\&#26354;&#32447;.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396536007292601"/>
          <c:y val="4.3657331136738101E-2"/>
          <c:w val="0.80597082953509602"/>
          <c:h val="0.76680395387149902"/>
        </c:manualLayout>
      </c:layout>
      <c:lineChart>
        <c:grouping val="standard"/>
        <c:varyColors val="0"/>
        <c:ser>
          <c:idx val="0"/>
          <c:order val="0"/>
          <c:tx>
            <c:strRef>
              <c:f>Sheet1!$K$1</c:f>
              <c:strCache>
                <c:ptCount val="1"/>
                <c:pt idx="0">
                  <c:v>调度/万千瓦</c:v>
                </c:pt>
              </c:strCache>
            </c:strRef>
          </c:tx>
          <c:spPr>
            <a:ln w="38100" cap="rnd" cmpd="sng" algn="ctr">
              <a:solidFill>
                <a:schemeClr val="accent1"/>
              </a:solidFill>
              <a:prstDash val="solid"/>
              <a:round/>
            </a:ln>
            <a:effectLst/>
          </c:spPr>
          <c:marker>
            <c:symbol val="none"/>
          </c:marker>
          <c:cat>
            <c:numRef>
              <c:f>Sheet1!$J$2:$J$97</c:f>
              <c:numCache>
                <c:formatCode>h:mm</c:formatCode>
                <c:ptCount val="96"/>
                <c:pt idx="0">
                  <c:v>1.04166666569654E-2</c:v>
                </c:pt>
                <c:pt idx="1">
                  <c:v>2.08333333430346E-2</c:v>
                </c:pt>
                <c:pt idx="2">
                  <c:v>3.125E-2</c:v>
                </c:pt>
                <c:pt idx="3">
                  <c:v>4.1666666656965397E-2</c:v>
                </c:pt>
                <c:pt idx="4">
                  <c:v>5.2083333343034603E-2</c:v>
                </c:pt>
                <c:pt idx="5">
                  <c:v>6.25E-2</c:v>
                </c:pt>
                <c:pt idx="6">
                  <c:v>7.2916666656965404E-2</c:v>
                </c:pt>
                <c:pt idx="7">
                  <c:v>8.3333333343034596E-2</c:v>
                </c:pt>
                <c:pt idx="8">
                  <c:v>9.375E-2</c:v>
                </c:pt>
                <c:pt idx="9">
                  <c:v>0.104166666656965</c:v>
                </c:pt>
                <c:pt idx="10">
                  <c:v>0.114583333343035</c:v>
                </c:pt>
                <c:pt idx="11">
                  <c:v>0.125</c:v>
                </c:pt>
                <c:pt idx="12">
                  <c:v>0.135416666656965</c:v>
                </c:pt>
                <c:pt idx="13">
                  <c:v>0.145833333343035</c:v>
                </c:pt>
                <c:pt idx="14">
                  <c:v>0.15625</c:v>
                </c:pt>
                <c:pt idx="15">
                  <c:v>0.166666666656965</c:v>
                </c:pt>
                <c:pt idx="16">
                  <c:v>0.177083333343035</c:v>
                </c:pt>
                <c:pt idx="17">
                  <c:v>0.1875</c:v>
                </c:pt>
                <c:pt idx="18">
                  <c:v>0.197916666656965</c:v>
                </c:pt>
                <c:pt idx="19">
                  <c:v>0.208333333343035</c:v>
                </c:pt>
                <c:pt idx="20">
                  <c:v>0.21875</c:v>
                </c:pt>
                <c:pt idx="21">
                  <c:v>0.229166666656965</c:v>
                </c:pt>
                <c:pt idx="22">
                  <c:v>0.239583333343035</c:v>
                </c:pt>
                <c:pt idx="23">
                  <c:v>0.25</c:v>
                </c:pt>
                <c:pt idx="24">
                  <c:v>0.260416666656965</c:v>
                </c:pt>
                <c:pt idx="25">
                  <c:v>0.270833333343035</c:v>
                </c:pt>
                <c:pt idx="26">
                  <c:v>0.28125</c:v>
                </c:pt>
                <c:pt idx="27">
                  <c:v>0.291666666656965</c:v>
                </c:pt>
                <c:pt idx="28">
                  <c:v>0.302083333343035</c:v>
                </c:pt>
                <c:pt idx="29">
                  <c:v>0.3125</c:v>
                </c:pt>
                <c:pt idx="30">
                  <c:v>0.322916666656965</c:v>
                </c:pt>
                <c:pt idx="31">
                  <c:v>0.333333333343035</c:v>
                </c:pt>
                <c:pt idx="32">
                  <c:v>0.34375</c:v>
                </c:pt>
                <c:pt idx="33">
                  <c:v>0.354166666656965</c:v>
                </c:pt>
                <c:pt idx="34">
                  <c:v>0.364583333343035</c:v>
                </c:pt>
                <c:pt idx="35">
                  <c:v>0.375</c:v>
                </c:pt>
                <c:pt idx="36">
                  <c:v>0.385416666656965</c:v>
                </c:pt>
                <c:pt idx="37">
                  <c:v>0.395833333343035</c:v>
                </c:pt>
                <c:pt idx="38">
                  <c:v>0.40625</c:v>
                </c:pt>
                <c:pt idx="39">
                  <c:v>0.416666666656965</c:v>
                </c:pt>
                <c:pt idx="40">
                  <c:v>0.427083333343035</c:v>
                </c:pt>
                <c:pt idx="41">
                  <c:v>0.4375</c:v>
                </c:pt>
                <c:pt idx="42">
                  <c:v>0.447916666656965</c:v>
                </c:pt>
                <c:pt idx="43">
                  <c:v>0.458333333343035</c:v>
                </c:pt>
                <c:pt idx="44">
                  <c:v>0.46875</c:v>
                </c:pt>
                <c:pt idx="45">
                  <c:v>0.479166666656965</c:v>
                </c:pt>
                <c:pt idx="46">
                  <c:v>0.489583333343035</c:v>
                </c:pt>
                <c:pt idx="47">
                  <c:v>0.5</c:v>
                </c:pt>
                <c:pt idx="48">
                  <c:v>0.51041666665696495</c:v>
                </c:pt>
                <c:pt idx="49">
                  <c:v>0.52083333334303505</c:v>
                </c:pt>
                <c:pt idx="50">
                  <c:v>0.53125</c:v>
                </c:pt>
                <c:pt idx="51">
                  <c:v>0.54166666665696495</c:v>
                </c:pt>
                <c:pt idx="52">
                  <c:v>0.55208333334303505</c:v>
                </c:pt>
                <c:pt idx="53">
                  <c:v>0.5625</c:v>
                </c:pt>
                <c:pt idx="54">
                  <c:v>0.57291666665696495</c:v>
                </c:pt>
                <c:pt idx="55">
                  <c:v>0.58333333334303505</c:v>
                </c:pt>
                <c:pt idx="56">
                  <c:v>0.59375</c:v>
                </c:pt>
                <c:pt idx="57">
                  <c:v>0.60416666665696495</c:v>
                </c:pt>
                <c:pt idx="58">
                  <c:v>0.61458333334303505</c:v>
                </c:pt>
                <c:pt idx="59">
                  <c:v>0.625</c:v>
                </c:pt>
                <c:pt idx="60">
                  <c:v>0.63541666665696495</c:v>
                </c:pt>
                <c:pt idx="61">
                  <c:v>0.64583333334303505</c:v>
                </c:pt>
                <c:pt idx="62">
                  <c:v>0.65625</c:v>
                </c:pt>
                <c:pt idx="63">
                  <c:v>0.66666666665696495</c:v>
                </c:pt>
                <c:pt idx="64">
                  <c:v>0.67708333334303505</c:v>
                </c:pt>
                <c:pt idx="65">
                  <c:v>0.6875</c:v>
                </c:pt>
                <c:pt idx="66">
                  <c:v>0.69791666665696495</c:v>
                </c:pt>
                <c:pt idx="67">
                  <c:v>0.70833333334303505</c:v>
                </c:pt>
                <c:pt idx="68">
                  <c:v>0.71875</c:v>
                </c:pt>
                <c:pt idx="69">
                  <c:v>0.72916666665696495</c:v>
                </c:pt>
                <c:pt idx="70">
                  <c:v>0.73958333334303505</c:v>
                </c:pt>
                <c:pt idx="71">
                  <c:v>0.75</c:v>
                </c:pt>
                <c:pt idx="72">
                  <c:v>0.76041666665696495</c:v>
                </c:pt>
                <c:pt idx="73">
                  <c:v>0.77083333334303505</c:v>
                </c:pt>
                <c:pt idx="74">
                  <c:v>0.78125</c:v>
                </c:pt>
                <c:pt idx="75">
                  <c:v>0.79166666665696495</c:v>
                </c:pt>
                <c:pt idx="76">
                  <c:v>0.80208333334303505</c:v>
                </c:pt>
                <c:pt idx="77">
                  <c:v>0.8125</c:v>
                </c:pt>
                <c:pt idx="78">
                  <c:v>0.82291666665696495</c:v>
                </c:pt>
                <c:pt idx="79">
                  <c:v>0.83333333334303505</c:v>
                </c:pt>
                <c:pt idx="80">
                  <c:v>0.84375</c:v>
                </c:pt>
                <c:pt idx="81">
                  <c:v>0.85416666665696495</c:v>
                </c:pt>
                <c:pt idx="82">
                  <c:v>0.86458333334303505</c:v>
                </c:pt>
                <c:pt idx="83">
                  <c:v>0.875</c:v>
                </c:pt>
                <c:pt idx="84">
                  <c:v>0.88541666665696495</c:v>
                </c:pt>
                <c:pt idx="85">
                  <c:v>0.89583333334303505</c:v>
                </c:pt>
                <c:pt idx="86">
                  <c:v>0.90625</c:v>
                </c:pt>
                <c:pt idx="87">
                  <c:v>0.91666666665696495</c:v>
                </c:pt>
                <c:pt idx="88">
                  <c:v>0.92708333334303505</c:v>
                </c:pt>
                <c:pt idx="89">
                  <c:v>0.9375</c:v>
                </c:pt>
                <c:pt idx="90">
                  <c:v>0.94791666665696495</c:v>
                </c:pt>
                <c:pt idx="91">
                  <c:v>0.95833333334303505</c:v>
                </c:pt>
                <c:pt idx="92">
                  <c:v>0.96875</c:v>
                </c:pt>
                <c:pt idx="93">
                  <c:v>0.97916666665696495</c:v>
                </c:pt>
                <c:pt idx="94">
                  <c:v>0.98958333334303505</c:v>
                </c:pt>
                <c:pt idx="95">
                  <c:v>1</c:v>
                </c:pt>
              </c:numCache>
            </c:numRef>
          </c:cat>
          <c:val>
            <c:numRef>
              <c:f>Sheet1!$K$2:$K$97</c:f>
              <c:numCache>
                <c:formatCode>General</c:formatCode>
                <c:ptCount val="96"/>
                <c:pt idx="0">
                  <c:v>8466.7999999999993</c:v>
                </c:pt>
                <c:pt idx="1">
                  <c:v>8402.1</c:v>
                </c:pt>
                <c:pt idx="2">
                  <c:v>8365.9</c:v>
                </c:pt>
                <c:pt idx="3">
                  <c:v>8248.1</c:v>
                </c:pt>
                <c:pt idx="4">
                  <c:v>8151.2</c:v>
                </c:pt>
                <c:pt idx="5">
                  <c:v>8120.7</c:v>
                </c:pt>
                <c:pt idx="6">
                  <c:v>8075</c:v>
                </c:pt>
                <c:pt idx="7">
                  <c:v>7981.2</c:v>
                </c:pt>
                <c:pt idx="8">
                  <c:v>7939.5</c:v>
                </c:pt>
                <c:pt idx="9">
                  <c:v>7869.4</c:v>
                </c:pt>
                <c:pt idx="10">
                  <c:v>7785.3</c:v>
                </c:pt>
                <c:pt idx="11">
                  <c:v>7765.1</c:v>
                </c:pt>
                <c:pt idx="12">
                  <c:v>7736.7</c:v>
                </c:pt>
                <c:pt idx="13">
                  <c:v>7649.2</c:v>
                </c:pt>
                <c:pt idx="14">
                  <c:v>7653.3</c:v>
                </c:pt>
                <c:pt idx="15">
                  <c:v>7577.1</c:v>
                </c:pt>
                <c:pt idx="16">
                  <c:v>7577</c:v>
                </c:pt>
                <c:pt idx="17">
                  <c:v>7603.2</c:v>
                </c:pt>
                <c:pt idx="18">
                  <c:v>7544.6</c:v>
                </c:pt>
                <c:pt idx="19">
                  <c:v>7538</c:v>
                </c:pt>
                <c:pt idx="20">
                  <c:v>7621.7</c:v>
                </c:pt>
                <c:pt idx="21">
                  <c:v>7614.5</c:v>
                </c:pt>
                <c:pt idx="22">
                  <c:v>7659.9</c:v>
                </c:pt>
                <c:pt idx="23">
                  <c:v>7690.8</c:v>
                </c:pt>
                <c:pt idx="24">
                  <c:v>7723.6</c:v>
                </c:pt>
                <c:pt idx="25">
                  <c:v>7725.3</c:v>
                </c:pt>
                <c:pt idx="26">
                  <c:v>7821.6</c:v>
                </c:pt>
                <c:pt idx="27">
                  <c:v>7917.2</c:v>
                </c:pt>
                <c:pt idx="28">
                  <c:v>8063.4</c:v>
                </c:pt>
                <c:pt idx="29">
                  <c:v>8256</c:v>
                </c:pt>
                <c:pt idx="30">
                  <c:v>8462.2999999999993</c:v>
                </c:pt>
                <c:pt idx="31">
                  <c:v>8543.5</c:v>
                </c:pt>
                <c:pt idx="32">
                  <c:v>8785.1</c:v>
                </c:pt>
                <c:pt idx="33">
                  <c:v>9006.2000000000007</c:v>
                </c:pt>
                <c:pt idx="34">
                  <c:v>9248.9</c:v>
                </c:pt>
                <c:pt idx="35">
                  <c:v>9429.6</c:v>
                </c:pt>
                <c:pt idx="36">
                  <c:v>9626.5</c:v>
                </c:pt>
                <c:pt idx="37">
                  <c:v>9750.4</c:v>
                </c:pt>
                <c:pt idx="38">
                  <c:v>9902.6</c:v>
                </c:pt>
                <c:pt idx="39">
                  <c:v>10024.1</c:v>
                </c:pt>
                <c:pt idx="40">
                  <c:v>10124.799999999999</c:v>
                </c:pt>
                <c:pt idx="41">
                  <c:v>10261.4</c:v>
                </c:pt>
                <c:pt idx="42">
                  <c:v>10266.700000000001</c:v>
                </c:pt>
                <c:pt idx="43">
                  <c:v>10151.9</c:v>
                </c:pt>
                <c:pt idx="44">
                  <c:v>10178.1</c:v>
                </c:pt>
                <c:pt idx="45">
                  <c:v>10074</c:v>
                </c:pt>
                <c:pt idx="46">
                  <c:v>10084.4</c:v>
                </c:pt>
                <c:pt idx="47">
                  <c:v>10232.6</c:v>
                </c:pt>
                <c:pt idx="48">
                  <c:v>10525.6</c:v>
                </c:pt>
                <c:pt idx="49">
                  <c:v>10646.4</c:v>
                </c:pt>
                <c:pt idx="50">
                  <c:v>10761.7</c:v>
                </c:pt>
                <c:pt idx="51">
                  <c:v>10773.6</c:v>
                </c:pt>
                <c:pt idx="52">
                  <c:v>10832.5</c:v>
                </c:pt>
                <c:pt idx="53">
                  <c:v>10833.5</c:v>
                </c:pt>
                <c:pt idx="54">
                  <c:v>10749.9</c:v>
                </c:pt>
                <c:pt idx="55">
                  <c:v>10668.7</c:v>
                </c:pt>
                <c:pt idx="56">
                  <c:v>10708</c:v>
                </c:pt>
                <c:pt idx="57">
                  <c:v>10688.7</c:v>
                </c:pt>
                <c:pt idx="58">
                  <c:v>10611.6</c:v>
                </c:pt>
                <c:pt idx="59">
                  <c:v>10589.3</c:v>
                </c:pt>
                <c:pt idx="60">
                  <c:v>10587</c:v>
                </c:pt>
                <c:pt idx="61">
                  <c:v>10569.2</c:v>
                </c:pt>
                <c:pt idx="62">
                  <c:v>10574.3</c:v>
                </c:pt>
                <c:pt idx="63">
                  <c:v>10543.6</c:v>
                </c:pt>
                <c:pt idx="64">
                  <c:v>10533.3</c:v>
                </c:pt>
                <c:pt idx="65">
                  <c:v>10507</c:v>
                </c:pt>
                <c:pt idx="66">
                  <c:v>10431</c:v>
                </c:pt>
                <c:pt idx="67">
                  <c:v>10166.700000000001</c:v>
                </c:pt>
                <c:pt idx="68">
                  <c:v>9975.5</c:v>
                </c:pt>
                <c:pt idx="69">
                  <c:v>9905.1</c:v>
                </c:pt>
                <c:pt idx="70">
                  <c:v>9811.9</c:v>
                </c:pt>
                <c:pt idx="71">
                  <c:v>9778.5</c:v>
                </c:pt>
                <c:pt idx="72">
                  <c:v>9759.9</c:v>
                </c:pt>
                <c:pt idx="73">
                  <c:v>9698.7999999999993</c:v>
                </c:pt>
                <c:pt idx="74">
                  <c:v>9737.9</c:v>
                </c:pt>
                <c:pt idx="75">
                  <c:v>9799.9</c:v>
                </c:pt>
                <c:pt idx="76">
                  <c:v>9982.5</c:v>
                </c:pt>
                <c:pt idx="77">
                  <c:v>10136.700000000001</c:v>
                </c:pt>
                <c:pt idx="78">
                  <c:v>10218.799999999999</c:v>
                </c:pt>
                <c:pt idx="79">
                  <c:v>10232.6</c:v>
                </c:pt>
                <c:pt idx="80">
                  <c:v>10284.5</c:v>
                </c:pt>
                <c:pt idx="81">
                  <c:v>10341</c:v>
                </c:pt>
                <c:pt idx="82">
                  <c:v>10333.6</c:v>
                </c:pt>
                <c:pt idx="83">
                  <c:v>10359.9</c:v>
                </c:pt>
                <c:pt idx="84">
                  <c:v>10452.4</c:v>
                </c:pt>
                <c:pt idx="85">
                  <c:v>10331.9</c:v>
                </c:pt>
                <c:pt idx="86">
                  <c:v>10215.6</c:v>
                </c:pt>
                <c:pt idx="87">
                  <c:v>10093.799999999999</c:v>
                </c:pt>
                <c:pt idx="88">
                  <c:v>9902.6</c:v>
                </c:pt>
                <c:pt idx="89">
                  <c:v>9726.6</c:v>
                </c:pt>
                <c:pt idx="90">
                  <c:v>9592.4</c:v>
                </c:pt>
                <c:pt idx="91">
                  <c:v>9408.2999999999993</c:v>
                </c:pt>
                <c:pt idx="92">
                  <c:v>9242.7999999999993</c:v>
                </c:pt>
                <c:pt idx="93">
                  <c:v>9085.1</c:v>
                </c:pt>
                <c:pt idx="94">
                  <c:v>8971.6</c:v>
                </c:pt>
                <c:pt idx="95">
                  <c:v>8919.7999999999993</c:v>
                </c:pt>
              </c:numCache>
            </c:numRef>
          </c:val>
          <c:smooth val="0"/>
          <c:extLst>
            <c:ext xmlns:c16="http://schemas.microsoft.com/office/drawing/2014/chart" uri="{C3380CC4-5D6E-409C-BE32-E72D297353CC}">
              <c16:uniqueId val="{00000000-4AE3-44FC-B716-578CD5DCF551}"/>
            </c:ext>
          </c:extLst>
        </c:ser>
        <c:dLbls>
          <c:showLegendKey val="0"/>
          <c:showVal val="0"/>
          <c:showCatName val="0"/>
          <c:showSerName val="0"/>
          <c:showPercent val="0"/>
          <c:showBubbleSize val="0"/>
        </c:dLbls>
        <c:marker val="1"/>
        <c:smooth val="0"/>
        <c:axId val="167882752"/>
        <c:axId val="167884672"/>
      </c:lineChart>
      <c:lineChart>
        <c:grouping val="standard"/>
        <c:varyColors val="0"/>
        <c:ser>
          <c:idx val="1"/>
          <c:order val="1"/>
          <c:tx>
            <c:strRef>
              <c:f>Sheet1!$L$1</c:f>
              <c:strCache>
                <c:ptCount val="1"/>
                <c:pt idx="0">
                  <c:v>风光合计</c:v>
                </c:pt>
              </c:strCache>
            </c:strRef>
          </c:tx>
          <c:spPr>
            <a:ln w="38100" cap="rnd" cmpd="sng" algn="ctr">
              <a:solidFill>
                <a:schemeClr val="accent5"/>
              </a:solidFill>
              <a:prstDash val="solid"/>
              <a:round/>
            </a:ln>
            <a:effectLst/>
          </c:spPr>
          <c:marker>
            <c:symbol val="none"/>
          </c:marker>
          <c:cat>
            <c:numRef>
              <c:f>Sheet1!$J$2:$J$97</c:f>
              <c:numCache>
                <c:formatCode>h:mm</c:formatCode>
                <c:ptCount val="96"/>
                <c:pt idx="0">
                  <c:v>1.04166666569654E-2</c:v>
                </c:pt>
                <c:pt idx="1">
                  <c:v>2.08333333430346E-2</c:v>
                </c:pt>
                <c:pt idx="2">
                  <c:v>3.125E-2</c:v>
                </c:pt>
                <c:pt idx="3">
                  <c:v>4.1666666656965397E-2</c:v>
                </c:pt>
                <c:pt idx="4">
                  <c:v>5.2083333343034603E-2</c:v>
                </c:pt>
                <c:pt idx="5">
                  <c:v>6.25E-2</c:v>
                </c:pt>
                <c:pt idx="6">
                  <c:v>7.2916666656965404E-2</c:v>
                </c:pt>
                <c:pt idx="7">
                  <c:v>8.3333333343034596E-2</c:v>
                </c:pt>
                <c:pt idx="8">
                  <c:v>9.375E-2</c:v>
                </c:pt>
                <c:pt idx="9">
                  <c:v>0.104166666656965</c:v>
                </c:pt>
                <c:pt idx="10">
                  <c:v>0.114583333343035</c:v>
                </c:pt>
                <c:pt idx="11">
                  <c:v>0.125</c:v>
                </c:pt>
                <c:pt idx="12">
                  <c:v>0.135416666656965</c:v>
                </c:pt>
                <c:pt idx="13">
                  <c:v>0.145833333343035</c:v>
                </c:pt>
                <c:pt idx="14">
                  <c:v>0.15625</c:v>
                </c:pt>
                <c:pt idx="15">
                  <c:v>0.166666666656965</c:v>
                </c:pt>
                <c:pt idx="16">
                  <c:v>0.177083333343035</c:v>
                </c:pt>
                <c:pt idx="17">
                  <c:v>0.1875</c:v>
                </c:pt>
                <c:pt idx="18">
                  <c:v>0.197916666656965</c:v>
                </c:pt>
                <c:pt idx="19">
                  <c:v>0.208333333343035</c:v>
                </c:pt>
                <c:pt idx="20">
                  <c:v>0.21875</c:v>
                </c:pt>
                <c:pt idx="21">
                  <c:v>0.229166666656965</c:v>
                </c:pt>
                <c:pt idx="22">
                  <c:v>0.239583333343035</c:v>
                </c:pt>
                <c:pt idx="23">
                  <c:v>0.25</c:v>
                </c:pt>
                <c:pt idx="24">
                  <c:v>0.260416666656965</c:v>
                </c:pt>
                <c:pt idx="25">
                  <c:v>0.270833333343035</c:v>
                </c:pt>
                <c:pt idx="26">
                  <c:v>0.28125</c:v>
                </c:pt>
                <c:pt idx="27">
                  <c:v>0.291666666656965</c:v>
                </c:pt>
                <c:pt idx="28">
                  <c:v>0.302083333343035</c:v>
                </c:pt>
                <c:pt idx="29">
                  <c:v>0.3125</c:v>
                </c:pt>
                <c:pt idx="30">
                  <c:v>0.322916666656965</c:v>
                </c:pt>
                <c:pt idx="31">
                  <c:v>0.333333333343035</c:v>
                </c:pt>
                <c:pt idx="32">
                  <c:v>0.34375</c:v>
                </c:pt>
                <c:pt idx="33">
                  <c:v>0.354166666656965</c:v>
                </c:pt>
                <c:pt idx="34">
                  <c:v>0.364583333343035</c:v>
                </c:pt>
                <c:pt idx="35">
                  <c:v>0.375</c:v>
                </c:pt>
                <c:pt idx="36">
                  <c:v>0.385416666656965</c:v>
                </c:pt>
                <c:pt idx="37">
                  <c:v>0.395833333343035</c:v>
                </c:pt>
                <c:pt idx="38">
                  <c:v>0.40625</c:v>
                </c:pt>
                <c:pt idx="39">
                  <c:v>0.416666666656965</c:v>
                </c:pt>
                <c:pt idx="40">
                  <c:v>0.427083333343035</c:v>
                </c:pt>
                <c:pt idx="41">
                  <c:v>0.4375</c:v>
                </c:pt>
                <c:pt idx="42">
                  <c:v>0.447916666656965</c:v>
                </c:pt>
                <c:pt idx="43">
                  <c:v>0.458333333343035</c:v>
                </c:pt>
                <c:pt idx="44">
                  <c:v>0.46875</c:v>
                </c:pt>
                <c:pt idx="45">
                  <c:v>0.479166666656965</c:v>
                </c:pt>
                <c:pt idx="46">
                  <c:v>0.489583333343035</c:v>
                </c:pt>
                <c:pt idx="47">
                  <c:v>0.5</c:v>
                </c:pt>
                <c:pt idx="48">
                  <c:v>0.51041666665696495</c:v>
                </c:pt>
                <c:pt idx="49">
                  <c:v>0.52083333334303505</c:v>
                </c:pt>
                <c:pt idx="50">
                  <c:v>0.53125</c:v>
                </c:pt>
                <c:pt idx="51">
                  <c:v>0.54166666665696495</c:v>
                </c:pt>
                <c:pt idx="52">
                  <c:v>0.55208333334303505</c:v>
                </c:pt>
                <c:pt idx="53">
                  <c:v>0.5625</c:v>
                </c:pt>
                <c:pt idx="54">
                  <c:v>0.57291666665696495</c:v>
                </c:pt>
                <c:pt idx="55">
                  <c:v>0.58333333334303505</c:v>
                </c:pt>
                <c:pt idx="56">
                  <c:v>0.59375</c:v>
                </c:pt>
                <c:pt idx="57">
                  <c:v>0.60416666665696495</c:v>
                </c:pt>
                <c:pt idx="58">
                  <c:v>0.61458333334303505</c:v>
                </c:pt>
                <c:pt idx="59">
                  <c:v>0.625</c:v>
                </c:pt>
                <c:pt idx="60">
                  <c:v>0.63541666665696495</c:v>
                </c:pt>
                <c:pt idx="61">
                  <c:v>0.64583333334303505</c:v>
                </c:pt>
                <c:pt idx="62">
                  <c:v>0.65625</c:v>
                </c:pt>
                <c:pt idx="63">
                  <c:v>0.66666666665696495</c:v>
                </c:pt>
                <c:pt idx="64">
                  <c:v>0.67708333334303505</c:v>
                </c:pt>
                <c:pt idx="65">
                  <c:v>0.6875</c:v>
                </c:pt>
                <c:pt idx="66">
                  <c:v>0.69791666665696495</c:v>
                </c:pt>
                <c:pt idx="67">
                  <c:v>0.70833333334303505</c:v>
                </c:pt>
                <c:pt idx="68">
                  <c:v>0.71875</c:v>
                </c:pt>
                <c:pt idx="69">
                  <c:v>0.72916666665696495</c:v>
                </c:pt>
                <c:pt idx="70">
                  <c:v>0.73958333334303505</c:v>
                </c:pt>
                <c:pt idx="71">
                  <c:v>0.75</c:v>
                </c:pt>
                <c:pt idx="72">
                  <c:v>0.76041666665696495</c:v>
                </c:pt>
                <c:pt idx="73">
                  <c:v>0.77083333334303505</c:v>
                </c:pt>
                <c:pt idx="74">
                  <c:v>0.78125</c:v>
                </c:pt>
                <c:pt idx="75">
                  <c:v>0.79166666665696495</c:v>
                </c:pt>
                <c:pt idx="76">
                  <c:v>0.80208333334303505</c:v>
                </c:pt>
                <c:pt idx="77">
                  <c:v>0.8125</c:v>
                </c:pt>
                <c:pt idx="78">
                  <c:v>0.82291666665696495</c:v>
                </c:pt>
                <c:pt idx="79">
                  <c:v>0.83333333334303505</c:v>
                </c:pt>
                <c:pt idx="80">
                  <c:v>0.84375</c:v>
                </c:pt>
                <c:pt idx="81">
                  <c:v>0.85416666665696495</c:v>
                </c:pt>
                <c:pt idx="82">
                  <c:v>0.86458333334303505</c:v>
                </c:pt>
                <c:pt idx="83">
                  <c:v>0.875</c:v>
                </c:pt>
                <c:pt idx="84">
                  <c:v>0.88541666665696495</c:v>
                </c:pt>
                <c:pt idx="85">
                  <c:v>0.89583333334303505</c:v>
                </c:pt>
                <c:pt idx="86">
                  <c:v>0.90625</c:v>
                </c:pt>
                <c:pt idx="87">
                  <c:v>0.91666666665696495</c:v>
                </c:pt>
                <c:pt idx="88">
                  <c:v>0.92708333334303505</c:v>
                </c:pt>
                <c:pt idx="89">
                  <c:v>0.9375</c:v>
                </c:pt>
                <c:pt idx="90">
                  <c:v>0.94791666665696495</c:v>
                </c:pt>
                <c:pt idx="91">
                  <c:v>0.95833333334303505</c:v>
                </c:pt>
                <c:pt idx="92">
                  <c:v>0.96875</c:v>
                </c:pt>
                <c:pt idx="93">
                  <c:v>0.97916666665696495</c:v>
                </c:pt>
                <c:pt idx="94">
                  <c:v>0.98958333334303505</c:v>
                </c:pt>
                <c:pt idx="95">
                  <c:v>1</c:v>
                </c:pt>
              </c:numCache>
            </c:numRef>
          </c:cat>
          <c:val>
            <c:numRef>
              <c:f>Sheet1!$L$2:$L$97</c:f>
              <c:numCache>
                <c:formatCode>General</c:formatCode>
                <c:ptCount val="96"/>
                <c:pt idx="0">
                  <c:v>467.4</c:v>
                </c:pt>
                <c:pt idx="1">
                  <c:v>486.7</c:v>
                </c:pt>
                <c:pt idx="2">
                  <c:v>493.1</c:v>
                </c:pt>
                <c:pt idx="3">
                  <c:v>499.4</c:v>
                </c:pt>
                <c:pt idx="4">
                  <c:v>497</c:v>
                </c:pt>
                <c:pt idx="5">
                  <c:v>492.5</c:v>
                </c:pt>
                <c:pt idx="6">
                  <c:v>480</c:v>
                </c:pt>
                <c:pt idx="7">
                  <c:v>466.8</c:v>
                </c:pt>
                <c:pt idx="8">
                  <c:v>460.9</c:v>
                </c:pt>
                <c:pt idx="9">
                  <c:v>458.5</c:v>
                </c:pt>
                <c:pt idx="10">
                  <c:v>450.8</c:v>
                </c:pt>
                <c:pt idx="11">
                  <c:v>442.7</c:v>
                </c:pt>
                <c:pt idx="12">
                  <c:v>446.2</c:v>
                </c:pt>
                <c:pt idx="13">
                  <c:v>450.9</c:v>
                </c:pt>
                <c:pt idx="14">
                  <c:v>444.4</c:v>
                </c:pt>
                <c:pt idx="15">
                  <c:v>450.4</c:v>
                </c:pt>
                <c:pt idx="16">
                  <c:v>460.3</c:v>
                </c:pt>
                <c:pt idx="17">
                  <c:v>469.9</c:v>
                </c:pt>
                <c:pt idx="18">
                  <c:v>486.7</c:v>
                </c:pt>
                <c:pt idx="19">
                  <c:v>503.4</c:v>
                </c:pt>
                <c:pt idx="20">
                  <c:v>524.5</c:v>
                </c:pt>
                <c:pt idx="21">
                  <c:v>538.20000000000005</c:v>
                </c:pt>
                <c:pt idx="22">
                  <c:v>555.6</c:v>
                </c:pt>
                <c:pt idx="23">
                  <c:v>573</c:v>
                </c:pt>
                <c:pt idx="24">
                  <c:v>596.79999999999995</c:v>
                </c:pt>
                <c:pt idx="25">
                  <c:v>636.5</c:v>
                </c:pt>
                <c:pt idx="26">
                  <c:v>667</c:v>
                </c:pt>
                <c:pt idx="27">
                  <c:v>709.6</c:v>
                </c:pt>
                <c:pt idx="28">
                  <c:v>760.1</c:v>
                </c:pt>
                <c:pt idx="29">
                  <c:v>815.5</c:v>
                </c:pt>
                <c:pt idx="30">
                  <c:v>858.1</c:v>
                </c:pt>
                <c:pt idx="31">
                  <c:v>885.5</c:v>
                </c:pt>
                <c:pt idx="32">
                  <c:v>922.5</c:v>
                </c:pt>
                <c:pt idx="33">
                  <c:v>944.1</c:v>
                </c:pt>
                <c:pt idx="34">
                  <c:v>957</c:v>
                </c:pt>
                <c:pt idx="35">
                  <c:v>964.8</c:v>
                </c:pt>
                <c:pt idx="36">
                  <c:v>995.7</c:v>
                </c:pt>
                <c:pt idx="37">
                  <c:v>1031.5</c:v>
                </c:pt>
                <c:pt idx="38">
                  <c:v>1057.8</c:v>
                </c:pt>
                <c:pt idx="39">
                  <c:v>1091.9000000000001</c:v>
                </c:pt>
                <c:pt idx="40">
                  <c:v>1103.2</c:v>
                </c:pt>
                <c:pt idx="41">
                  <c:v>1113.0999999999999</c:v>
                </c:pt>
                <c:pt idx="42">
                  <c:v>1135.4000000000001</c:v>
                </c:pt>
                <c:pt idx="43">
                  <c:v>1157.5</c:v>
                </c:pt>
                <c:pt idx="44">
                  <c:v>1173.8</c:v>
                </c:pt>
                <c:pt idx="45">
                  <c:v>1195.3</c:v>
                </c:pt>
                <c:pt idx="46">
                  <c:v>1197.5</c:v>
                </c:pt>
                <c:pt idx="47">
                  <c:v>1222.3</c:v>
                </c:pt>
                <c:pt idx="48">
                  <c:v>1220.5999999999999</c:v>
                </c:pt>
                <c:pt idx="49">
                  <c:v>1224.8</c:v>
                </c:pt>
                <c:pt idx="50">
                  <c:v>1232</c:v>
                </c:pt>
                <c:pt idx="51">
                  <c:v>1210.4000000000001</c:v>
                </c:pt>
                <c:pt idx="52">
                  <c:v>1213.8</c:v>
                </c:pt>
                <c:pt idx="53">
                  <c:v>1174.4000000000001</c:v>
                </c:pt>
                <c:pt idx="54">
                  <c:v>1151.5999999999999</c:v>
                </c:pt>
                <c:pt idx="55">
                  <c:v>1127.3</c:v>
                </c:pt>
                <c:pt idx="56">
                  <c:v>1088.3</c:v>
                </c:pt>
                <c:pt idx="57">
                  <c:v>1059</c:v>
                </c:pt>
                <c:pt idx="58">
                  <c:v>1046.2</c:v>
                </c:pt>
                <c:pt idx="59">
                  <c:v>1040.3</c:v>
                </c:pt>
                <c:pt idx="60">
                  <c:v>1005.6</c:v>
                </c:pt>
                <c:pt idx="61">
                  <c:v>970.1</c:v>
                </c:pt>
                <c:pt idx="62">
                  <c:v>952.1</c:v>
                </c:pt>
                <c:pt idx="63">
                  <c:v>902.8</c:v>
                </c:pt>
                <c:pt idx="64">
                  <c:v>867.4</c:v>
                </c:pt>
                <c:pt idx="65">
                  <c:v>836.6</c:v>
                </c:pt>
                <c:pt idx="66">
                  <c:v>788.1</c:v>
                </c:pt>
                <c:pt idx="67">
                  <c:v>748.5</c:v>
                </c:pt>
                <c:pt idx="68">
                  <c:v>709.7</c:v>
                </c:pt>
                <c:pt idx="69">
                  <c:v>665</c:v>
                </c:pt>
                <c:pt idx="70">
                  <c:v>639.5</c:v>
                </c:pt>
                <c:pt idx="71">
                  <c:v>598.70000000000005</c:v>
                </c:pt>
                <c:pt idx="72">
                  <c:v>574.1</c:v>
                </c:pt>
                <c:pt idx="73">
                  <c:v>560.29999999999995</c:v>
                </c:pt>
                <c:pt idx="74">
                  <c:v>554.4</c:v>
                </c:pt>
                <c:pt idx="75">
                  <c:v>562.6</c:v>
                </c:pt>
                <c:pt idx="76">
                  <c:v>568.70000000000005</c:v>
                </c:pt>
                <c:pt idx="77">
                  <c:v>577.9</c:v>
                </c:pt>
                <c:pt idx="78">
                  <c:v>571.1</c:v>
                </c:pt>
                <c:pt idx="79">
                  <c:v>568.70000000000005</c:v>
                </c:pt>
                <c:pt idx="80">
                  <c:v>560.1</c:v>
                </c:pt>
                <c:pt idx="81">
                  <c:v>560.20000000000005</c:v>
                </c:pt>
                <c:pt idx="82">
                  <c:v>558.6</c:v>
                </c:pt>
                <c:pt idx="83">
                  <c:v>576.9</c:v>
                </c:pt>
                <c:pt idx="84">
                  <c:v>594.5</c:v>
                </c:pt>
                <c:pt idx="85">
                  <c:v>619.4</c:v>
                </c:pt>
                <c:pt idx="86">
                  <c:v>629.20000000000005</c:v>
                </c:pt>
                <c:pt idx="87">
                  <c:v>623.70000000000005</c:v>
                </c:pt>
                <c:pt idx="88">
                  <c:v>619.6</c:v>
                </c:pt>
                <c:pt idx="89">
                  <c:v>615.70000000000005</c:v>
                </c:pt>
                <c:pt idx="90">
                  <c:v>615.29999999999995</c:v>
                </c:pt>
                <c:pt idx="91">
                  <c:v>608.9</c:v>
                </c:pt>
                <c:pt idx="92">
                  <c:v>590.29999999999995</c:v>
                </c:pt>
                <c:pt idx="93">
                  <c:v>612.4</c:v>
                </c:pt>
                <c:pt idx="94">
                  <c:v>635.79999999999995</c:v>
                </c:pt>
                <c:pt idx="95">
                  <c:v>650.1</c:v>
                </c:pt>
              </c:numCache>
            </c:numRef>
          </c:val>
          <c:smooth val="0"/>
          <c:extLst>
            <c:ext xmlns:c16="http://schemas.microsoft.com/office/drawing/2014/chart" uri="{C3380CC4-5D6E-409C-BE32-E72D297353CC}">
              <c16:uniqueId val="{00000001-4AE3-44FC-B716-578CD5DCF551}"/>
            </c:ext>
          </c:extLst>
        </c:ser>
        <c:dLbls>
          <c:showLegendKey val="0"/>
          <c:showVal val="0"/>
          <c:showCatName val="0"/>
          <c:showSerName val="0"/>
          <c:showPercent val="0"/>
          <c:showBubbleSize val="0"/>
        </c:dLbls>
        <c:marker val="1"/>
        <c:smooth val="0"/>
        <c:axId val="167886208"/>
        <c:axId val="167892864"/>
      </c:lineChart>
      <c:catAx>
        <c:axId val="167882752"/>
        <c:scaling>
          <c:orientation val="minMax"/>
        </c:scaling>
        <c:delete val="0"/>
        <c:axPos val="b"/>
        <c:numFmt formatCode="h:mm"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50" b="0" i="0" u="none" strike="noStrike" kern="1200" baseline="0">
                <a:solidFill>
                  <a:schemeClr val="tx1">
                    <a:lumMod val="75000"/>
                    <a:lumOff val="25000"/>
                  </a:schemeClr>
                </a:solidFill>
                <a:latin typeface="+mn-lt"/>
                <a:ea typeface="+mn-ea"/>
                <a:cs typeface="+mn-cs"/>
              </a:defRPr>
            </a:pPr>
            <a:endParaRPr lang="zh-CN"/>
          </a:p>
        </c:txPr>
        <c:crossAx val="167884672"/>
        <c:crosses val="autoZero"/>
        <c:auto val="1"/>
        <c:lblAlgn val="ctr"/>
        <c:lblOffset val="100"/>
        <c:noMultiLvlLbl val="0"/>
      </c:catAx>
      <c:valAx>
        <c:axId val="167884672"/>
        <c:scaling>
          <c:orientation val="minMax"/>
          <c:max val="13000"/>
          <c:min val="5000"/>
        </c:scaling>
        <c:delete val="0"/>
        <c:axPos val="l"/>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00" b="0" i="0" u="none" strike="noStrike" kern="1200" baseline="0">
                <a:solidFill>
                  <a:schemeClr val="accent1"/>
                </a:solidFill>
                <a:latin typeface="+mn-lt"/>
                <a:ea typeface="+mn-ea"/>
                <a:cs typeface="+mn-cs"/>
              </a:defRPr>
            </a:pPr>
            <a:endParaRPr lang="zh-CN"/>
          </a:p>
        </c:txPr>
        <c:crossAx val="167882752"/>
        <c:crosses val="autoZero"/>
        <c:crossBetween val="between"/>
        <c:majorUnit val="1000"/>
        <c:minorUnit val="100"/>
      </c:valAx>
      <c:catAx>
        <c:axId val="167886208"/>
        <c:scaling>
          <c:orientation val="minMax"/>
        </c:scaling>
        <c:delete val="1"/>
        <c:axPos val="b"/>
        <c:numFmt formatCode="h:mm" sourceLinked="1"/>
        <c:majorTickMark val="out"/>
        <c:minorTickMark val="none"/>
        <c:tickLblPos val="none"/>
        <c:crossAx val="167892864"/>
        <c:crosses val="autoZero"/>
        <c:auto val="1"/>
        <c:lblAlgn val="ctr"/>
        <c:lblOffset val="100"/>
        <c:noMultiLvlLbl val="0"/>
      </c:catAx>
      <c:valAx>
        <c:axId val="167892864"/>
        <c:scaling>
          <c:orientation val="minMax"/>
          <c:max val="3000"/>
          <c:min val="100"/>
        </c:scaling>
        <c:delete val="0"/>
        <c:axPos val="r"/>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00" b="0" i="0" u="none" strike="noStrike" kern="1200" baseline="0">
                <a:solidFill>
                  <a:srgbClr val="FF6600"/>
                </a:solidFill>
                <a:latin typeface="+mn-lt"/>
                <a:ea typeface="+mn-ea"/>
                <a:cs typeface="+mn-cs"/>
              </a:defRPr>
            </a:pPr>
            <a:endParaRPr lang="zh-CN"/>
          </a:p>
        </c:txPr>
        <c:crossAx val="167886208"/>
        <c:crosses val="max"/>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cs typeface="+mn-cs"/>
              </a:defRPr>
            </a:lvl1pPr>
          </a:lstStyle>
          <a:p>
            <a:pPr>
              <a:defRPr/>
            </a:pPr>
            <a:fld id="{6300DEF7-93C8-439D-BCBB-247972C1825D}" type="datetimeFigureOut">
              <a:rPr lang="en-US"/>
              <a:pPr>
                <a:defRPr/>
              </a:pPr>
              <a:t>10/25/2023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cs typeface="+mn-cs"/>
              </a:defRPr>
            </a:lvl1pPr>
          </a:lstStyle>
          <a:p>
            <a:pPr>
              <a:defRPr/>
            </a:pPr>
            <a:fld id="{A6F6B627-BA16-4ECA-A425-F8AAF8BC0123}" type="slidenum">
              <a:rPr lang="en-US"/>
              <a:pPr>
                <a:defRPr/>
              </a:pPr>
              <a:t>‹#›</a:t>
            </a:fld>
            <a:endParaRPr lang="en-US"/>
          </a:p>
        </p:txBody>
      </p:sp>
    </p:spTree>
    <p:extLst>
      <p:ext uri="{BB962C8B-B14F-4D97-AF65-F5344CB8AC3E}">
        <p14:creationId xmlns:p14="http://schemas.microsoft.com/office/powerpoint/2010/main" val="2684185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cs typeface="+mn-cs"/>
              </a:defRPr>
            </a:lvl1pPr>
          </a:lstStyle>
          <a:p>
            <a:pPr>
              <a:defRPr/>
            </a:pPr>
            <a:fld id="{BE285FDF-4709-426A-A0BA-DBF4A862345E}" type="datetimeFigureOut">
              <a:rPr lang="en-US"/>
              <a:pPr>
                <a:defRPr/>
              </a:pPr>
              <a:t>10/25/2023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cs typeface="+mn-cs"/>
              </a:defRPr>
            </a:lvl1pPr>
          </a:lstStyle>
          <a:p>
            <a:pPr>
              <a:defRPr/>
            </a:pPr>
            <a:fld id="{45586210-8B1E-4ED3-9323-A87C0C566BA9}" type="slidenum">
              <a:rPr lang="en-US"/>
              <a:pPr>
                <a:defRPr/>
              </a:pPr>
              <a:t>‹#›</a:t>
            </a:fld>
            <a:endParaRPr lang="en-US"/>
          </a:p>
        </p:txBody>
      </p:sp>
    </p:spTree>
    <p:extLst>
      <p:ext uri="{BB962C8B-B14F-4D97-AF65-F5344CB8AC3E}">
        <p14:creationId xmlns:p14="http://schemas.microsoft.com/office/powerpoint/2010/main" val="1846329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5586210-8B1E-4ED3-9323-A87C0C566BA9}" type="slidenum">
              <a:rPr lang="en-US" smtClean="0"/>
              <a:pPr>
                <a:defRPr/>
              </a:pPr>
              <a:t>1</a:t>
            </a:fld>
            <a:endParaRPr lang="en-US"/>
          </a:p>
        </p:txBody>
      </p:sp>
    </p:spTree>
    <p:extLst>
      <p:ext uri="{BB962C8B-B14F-4D97-AF65-F5344CB8AC3E}">
        <p14:creationId xmlns:p14="http://schemas.microsoft.com/office/powerpoint/2010/main" val="3682105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Universal">
    <p:bg>
      <p:bgPr>
        <a:solidFill>
          <a:srgbClr val="5B4576"/>
        </a:solidFill>
        <a:effectLst/>
      </p:bgPr>
    </p:bg>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7CE1FC0C-37A9-4EE6-B93A-FCCA35763825}"/>
              </a:ext>
            </a:extLst>
          </p:cNvPr>
          <p:cNvPicPr>
            <a:picLocks noChangeAspect="1"/>
          </p:cNvPicPr>
          <p:nvPr userDrawn="1"/>
        </p:nvPicPr>
        <p:blipFill rotWithShape="1">
          <a:blip r:embed="rId2" cstate="print">
            <a:duotone>
              <a:prstClr val="black"/>
              <a:schemeClr val="accent4">
                <a:tint val="45000"/>
                <a:satMod val="400000"/>
              </a:schemeClr>
            </a:duotone>
            <a:extLst>
              <a:ext uri="{28A0092B-C50C-407E-A947-70E740481C1C}">
                <a14:useLocalDpi xmlns:a14="http://schemas.microsoft.com/office/drawing/2010/main"/>
              </a:ext>
            </a:extLst>
          </a:blip>
          <a:srcRect l="-7143"/>
          <a:stretch/>
        </p:blipFill>
        <p:spPr>
          <a:xfrm>
            <a:off x="-1" y="0"/>
            <a:ext cx="9144001" cy="6000278"/>
          </a:xfrm>
          <a:prstGeom prst="rect">
            <a:avLst/>
          </a:prstGeom>
        </p:spPr>
      </p:pic>
      <p:sp>
        <p:nvSpPr>
          <p:cNvPr id="5" name="Rectangle 4">
            <a:extLst>
              <a:ext uri="{FF2B5EF4-FFF2-40B4-BE49-F238E27FC236}">
                <a16:creationId xmlns:a16="http://schemas.microsoft.com/office/drawing/2014/main" id="{A81C769F-2703-4387-A46B-E9F7D0A33B81}"/>
              </a:ext>
            </a:extLst>
          </p:cNvPr>
          <p:cNvSpPr/>
          <p:nvPr userDrawn="1"/>
        </p:nvSpPr>
        <p:spPr>
          <a:xfrm>
            <a:off x="6072883" y="8470"/>
            <a:ext cx="3071117" cy="6008748"/>
          </a:xfrm>
          <a:prstGeom prst="rect">
            <a:avLst/>
          </a:prstGeom>
          <a:blipFill dpi="0" rotWithShape="1">
            <a:blip r:embed="rId3" cstate="print">
              <a:alphaModFix amt="43000"/>
              <a:extLst>
                <a:ext uri="{28A0092B-C50C-407E-A947-70E740481C1C}">
                  <a14:useLocalDpi xmlns:a14="http://schemas.microsoft.com/office/drawing/2010/main"/>
                </a:ext>
              </a:extLst>
            </a:blip>
            <a:srcRect/>
            <a:stretch>
              <a:fillRect l="2583"/>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8AEFA467-062B-4171-8FBD-F287306F8942}"/>
              </a:ext>
            </a:extLst>
          </p:cNvPr>
          <p:cNvSpPr/>
          <p:nvPr userDrawn="1"/>
        </p:nvSpPr>
        <p:spPr>
          <a:xfrm rot="5400000">
            <a:off x="-366210" y="366209"/>
            <a:ext cx="6017219" cy="5284804"/>
          </a:xfrm>
          <a:prstGeom prst="rect">
            <a:avLst/>
          </a:prstGeom>
          <a:blipFill dpi="0" rotWithShape="1">
            <a:blip r:embed="rId4" cstate="print">
              <a:extLst>
                <a:ext uri="{28A0092B-C50C-407E-A947-70E740481C1C}">
                  <a14:useLocalDpi xmlns:a14="http://schemas.microsoft.com/office/drawing/2010/main"/>
                </a:ext>
              </a:extLst>
            </a:blip>
            <a:srcRect/>
            <a:stretch>
              <a:fillRect t="429"/>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791C7618-796C-47FF-8DFB-1B6F4EA847D2}"/>
              </a:ext>
            </a:extLst>
          </p:cNvPr>
          <p:cNvSpPr/>
          <p:nvPr userDrawn="1"/>
        </p:nvSpPr>
        <p:spPr>
          <a:xfrm>
            <a:off x="0" y="6008748"/>
            <a:ext cx="9144000" cy="84925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Rectangle 2"/>
          <p:cNvSpPr>
            <a:spLocks noGrp="1" noChangeArrowheads="1"/>
          </p:cNvSpPr>
          <p:nvPr>
            <p:ph type="ctrTitle"/>
          </p:nvPr>
        </p:nvSpPr>
        <p:spPr>
          <a:xfrm>
            <a:off x="450912" y="3244096"/>
            <a:ext cx="7909316" cy="765053"/>
          </a:xfrm>
          <a:prstGeom prst="rect">
            <a:avLst/>
          </a:prstGeom>
        </p:spPr>
        <p:txBody>
          <a:bodyPr/>
          <a:lstStyle>
            <a:lvl1pPr algn="l">
              <a:lnSpc>
                <a:spcPct val="90000"/>
              </a:lnSpc>
              <a:defRPr sz="2800" b="1">
                <a:solidFill>
                  <a:schemeClr val="bg1"/>
                </a:solidFill>
                <a:latin typeface="+mn-lt"/>
              </a:defRPr>
            </a:lvl1pPr>
          </a:lstStyle>
          <a:p>
            <a:r>
              <a:rPr lang="en-US" dirty="0"/>
              <a:t>Click to edit Master title style</a:t>
            </a:r>
          </a:p>
        </p:txBody>
      </p:sp>
      <p:pic>
        <p:nvPicPr>
          <p:cNvPr id="3" name="Image 2">
            <a:extLst>
              <a:ext uri="{FF2B5EF4-FFF2-40B4-BE49-F238E27FC236}">
                <a16:creationId xmlns:a16="http://schemas.microsoft.com/office/drawing/2014/main" id="{9D919D1A-B476-4799-96A7-9BB371197F68}"/>
              </a:ext>
            </a:extLst>
          </p:cNvPr>
          <p:cNvPicPr>
            <a:picLocks noChangeAspect="1"/>
          </p:cNvPicPr>
          <p:nvPr userDrawn="1"/>
        </p:nvPicPr>
        <p:blipFill>
          <a:blip r:embed="rId5"/>
          <a:stretch>
            <a:fillRect/>
          </a:stretch>
        </p:blipFill>
        <p:spPr>
          <a:xfrm>
            <a:off x="1946831" y="6119923"/>
            <a:ext cx="4908772" cy="639958"/>
          </a:xfrm>
          <a:prstGeom prst="rect">
            <a:avLst/>
          </a:prstGeom>
        </p:spPr>
      </p:pic>
      <p:sp>
        <p:nvSpPr>
          <p:cNvPr id="14" name="Rectangle 3"/>
          <p:cNvSpPr>
            <a:spLocks noGrp="1" noChangeArrowheads="1"/>
          </p:cNvSpPr>
          <p:nvPr>
            <p:ph type="subTitle" idx="1"/>
          </p:nvPr>
        </p:nvSpPr>
        <p:spPr>
          <a:xfrm>
            <a:off x="450913" y="4251667"/>
            <a:ext cx="7909316" cy="429768"/>
          </a:xfrm>
          <a:prstGeom prst="rect">
            <a:avLst/>
          </a:prstGeom>
        </p:spPr>
        <p:txBody>
          <a:bodyPr/>
          <a:lstStyle>
            <a:lvl1pPr marL="0" indent="0">
              <a:lnSpc>
                <a:spcPct val="90000"/>
              </a:lnSpc>
              <a:buFont typeface="Wingdings" pitchFamily="28" charset="2"/>
              <a:buNone/>
              <a:defRPr sz="2000" b="0" baseline="0">
                <a:solidFill>
                  <a:srgbClr val="FFFFFF"/>
                </a:solidFill>
                <a:latin typeface="Verdana"/>
                <a:cs typeface="Verdana"/>
              </a:defRPr>
            </a:lvl1pPr>
          </a:lstStyle>
          <a:p>
            <a:r>
              <a:rPr lang="en-US" dirty="0"/>
              <a:t>Click to edit Master subtitle style</a:t>
            </a:r>
          </a:p>
        </p:txBody>
      </p:sp>
      <p:sp>
        <p:nvSpPr>
          <p:cNvPr id="12" name="Text Placeholder 15"/>
          <p:cNvSpPr>
            <a:spLocks noGrp="1"/>
          </p:cNvSpPr>
          <p:nvPr>
            <p:ph type="body" sz="quarter" idx="13"/>
          </p:nvPr>
        </p:nvSpPr>
        <p:spPr>
          <a:xfrm>
            <a:off x="442206" y="4973716"/>
            <a:ext cx="7918022" cy="378005"/>
          </a:xfrm>
          <a:prstGeom prst="rect">
            <a:avLst/>
          </a:prstGeom>
        </p:spPr>
        <p:txBody>
          <a:bodyPr/>
          <a:lstStyle>
            <a:lvl1pPr marL="0" indent="0">
              <a:buFontTx/>
              <a:buNone/>
              <a:defRPr sz="1600">
                <a:solidFill>
                  <a:schemeClr val="bg1"/>
                </a:solidFill>
                <a:latin typeface="Verdana"/>
              </a:defRPr>
            </a:lvl1pPr>
          </a:lstStyle>
          <a:p>
            <a:pPr lvl="0"/>
            <a:r>
              <a:rPr lang="en-US" dirty="0"/>
              <a:t>Click to edit Master text styles</a:t>
            </a:r>
          </a:p>
        </p:txBody>
      </p:sp>
    </p:spTree>
    <p:extLst>
      <p:ext uri="{BB962C8B-B14F-4D97-AF65-F5344CB8AC3E}">
        <p14:creationId xmlns:p14="http://schemas.microsoft.com/office/powerpoint/2010/main" val="2879876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ntent">
    <p:spTree>
      <p:nvGrpSpPr>
        <p:cNvPr id="1" name=""/>
        <p:cNvGrpSpPr/>
        <p:nvPr/>
      </p:nvGrpSpPr>
      <p:grpSpPr>
        <a:xfrm>
          <a:off x="0" y="0"/>
          <a:ext cx="0" cy="0"/>
          <a:chOff x="0" y="0"/>
          <a:chExt cx="0" cy="0"/>
        </a:xfrm>
      </p:grpSpPr>
      <p:sp>
        <p:nvSpPr>
          <p:cNvPr id="4" name="Rectangle 3"/>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sp>
        <p:nvSpPr>
          <p:cNvPr id="7" name="Title 6"/>
          <p:cNvSpPr>
            <a:spLocks noGrp="1"/>
          </p:cNvSpPr>
          <p:nvPr>
            <p:ph type="title"/>
          </p:nvPr>
        </p:nvSpPr>
        <p:spPr/>
        <p:txBody>
          <a:bodyPr/>
          <a:lstStyle>
            <a:lvl1pPr>
              <a:defRPr sz="2800"/>
            </a:lvl1pPr>
          </a:lstStyle>
          <a:p>
            <a:r>
              <a:rPr lang="en-US" dirty="0"/>
              <a:t>Click to edit Master title style</a:t>
            </a:r>
          </a:p>
        </p:txBody>
      </p:sp>
      <p:sp>
        <p:nvSpPr>
          <p:cNvPr id="5" name="Content Placeholder 4"/>
          <p:cNvSpPr>
            <a:spLocks noGrp="1"/>
          </p:cNvSpPr>
          <p:nvPr>
            <p:ph sz="quarter" idx="14"/>
          </p:nvPr>
        </p:nvSpPr>
        <p:spPr>
          <a:xfrm>
            <a:off x="365760" y="1645919"/>
            <a:ext cx="8326438" cy="45178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1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BFF45D-B6C3-47D7-82BC-AB19BFE2FFF2}"/>
              </a:ext>
            </a:extLst>
          </p:cNvPr>
          <p:cNvSpPr/>
          <p:nvPr userDrawn="1"/>
        </p:nvSpPr>
        <p:spPr>
          <a:xfrm>
            <a:off x="0" y="1"/>
            <a:ext cx="9144000" cy="616373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 name="Rectangle 3"/>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sp>
        <p:nvSpPr>
          <p:cNvPr id="7" name="Title 6"/>
          <p:cNvSpPr>
            <a:spLocks noGrp="1"/>
          </p:cNvSpPr>
          <p:nvPr>
            <p:ph type="title"/>
          </p:nvPr>
        </p:nvSpPr>
        <p:spPr/>
        <p:txBody>
          <a:bodyPr/>
          <a:lstStyle>
            <a:lvl1pPr>
              <a:defRPr sz="2800">
                <a:solidFill>
                  <a:srgbClr val="3F3052"/>
                </a:solidFill>
              </a:defRPr>
            </a:lvl1pPr>
          </a:lstStyle>
          <a:p>
            <a:r>
              <a:rPr lang="en-US" dirty="0"/>
              <a:t>Click to edit Master title style</a:t>
            </a:r>
          </a:p>
        </p:txBody>
      </p:sp>
      <p:sp>
        <p:nvSpPr>
          <p:cNvPr id="5" name="Content Placeholder 4"/>
          <p:cNvSpPr>
            <a:spLocks noGrp="1"/>
          </p:cNvSpPr>
          <p:nvPr>
            <p:ph sz="quarter" idx="14"/>
          </p:nvPr>
        </p:nvSpPr>
        <p:spPr>
          <a:xfrm>
            <a:off x="365760" y="1645919"/>
            <a:ext cx="8326438" cy="4405257"/>
          </a:xfrm>
        </p:spPr>
        <p:txBody>
          <a:bodyPr/>
          <a:lstStyle>
            <a:lvl1pPr>
              <a:defRPr>
                <a:solidFill>
                  <a:srgbClr val="543F6D"/>
                </a:solidFill>
              </a:defRPr>
            </a:lvl1pPr>
            <a:lvl2pPr>
              <a:defRPr>
                <a:solidFill>
                  <a:srgbClr val="543F6D"/>
                </a:solidFill>
              </a:defRPr>
            </a:lvl2pPr>
            <a:lvl3pPr>
              <a:defRPr>
                <a:solidFill>
                  <a:srgbClr val="543F6D"/>
                </a:solidFill>
              </a:defRPr>
            </a:lvl3pPr>
            <a:lvl4pPr>
              <a:defRPr>
                <a:solidFill>
                  <a:srgbClr val="543F6D"/>
                </a:solidFill>
              </a:defRPr>
            </a:lvl4pPr>
            <a:lvl5pPr>
              <a:defRPr>
                <a:solidFill>
                  <a:srgbClr val="543F6D"/>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
        <p:nvSpPr>
          <p:cNvPr id="8" name="Isosceles Triangle 9">
            <a:extLst>
              <a:ext uri="{FF2B5EF4-FFF2-40B4-BE49-F238E27FC236}">
                <a16:creationId xmlns:a16="http://schemas.microsoft.com/office/drawing/2014/main" id="{AB0174E5-BDA6-46BC-A36F-74A1D0CDA92E}"/>
              </a:ext>
            </a:extLst>
          </p:cNvPr>
          <p:cNvSpPr/>
          <p:nvPr userDrawn="1"/>
        </p:nvSpPr>
        <p:spPr>
          <a:xfrm rot="5400000">
            <a:off x="-83344" y="573882"/>
            <a:ext cx="357187" cy="190500"/>
          </a:xfrm>
          <a:prstGeom prst="triangle">
            <a:avLst/>
          </a:prstGeom>
          <a:solidFill>
            <a:srgbClr val="B0DBC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en-US" dirty="0"/>
          </a:p>
        </p:txBody>
      </p:sp>
    </p:spTree>
    <p:extLst>
      <p:ext uri="{BB962C8B-B14F-4D97-AF65-F5344CB8AC3E}">
        <p14:creationId xmlns:p14="http://schemas.microsoft.com/office/powerpoint/2010/main" val="265410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4">
            <a:extLst>
              <a:ext uri="{FF2B5EF4-FFF2-40B4-BE49-F238E27FC236}">
                <a16:creationId xmlns:a16="http://schemas.microsoft.com/office/drawing/2014/main" id="{7C7DD3C7-5548-4C27-8EF1-8440FC64F236}"/>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7" name="Picture 2">
            <a:extLst>
              <a:ext uri="{FF2B5EF4-FFF2-40B4-BE49-F238E27FC236}">
                <a16:creationId xmlns:a16="http://schemas.microsoft.com/office/drawing/2014/main" id="{47F77A8C-94BF-4409-8197-9B1FAA9E681E}"/>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ntent ">
    <p:spTree>
      <p:nvGrpSpPr>
        <p:cNvPr id="1" name=""/>
        <p:cNvGrpSpPr/>
        <p:nvPr/>
      </p:nvGrpSpPr>
      <p:grpSpPr>
        <a:xfrm>
          <a:off x="0" y="0"/>
          <a:ext cx="0" cy="0"/>
          <a:chOff x="0" y="0"/>
          <a:chExt cx="0" cy="0"/>
        </a:xfrm>
      </p:grpSpPr>
      <p:sp>
        <p:nvSpPr>
          <p:cNvPr id="5" name="Content Placeholder 4"/>
          <p:cNvSpPr>
            <a:spLocks noGrp="1"/>
          </p:cNvSpPr>
          <p:nvPr>
            <p:ph sz="quarter" idx="23"/>
          </p:nvPr>
        </p:nvSpPr>
        <p:spPr>
          <a:xfrm>
            <a:off x="374826" y="1644650"/>
            <a:ext cx="4035425" cy="4367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4"/>
          </p:nvPr>
        </p:nvSpPr>
        <p:spPr>
          <a:xfrm>
            <a:off x="4738863" y="1644650"/>
            <a:ext cx="4035425" cy="4367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6"/>
          <p:cNvSpPr>
            <a:spLocks noGrp="1"/>
          </p:cNvSpPr>
          <p:nvPr>
            <p:ph type="title"/>
          </p:nvPr>
        </p:nvSpPr>
        <p:spPr>
          <a:xfrm>
            <a:off x="365760" y="135133"/>
            <a:ext cx="8325805" cy="1076030"/>
          </a:xfrm>
        </p:spPr>
        <p:txBody>
          <a:bodyPr/>
          <a:lstStyle/>
          <a:p>
            <a:r>
              <a:rPr lang="en-US"/>
              <a:t>Click to edit Master title style</a:t>
            </a:r>
          </a:p>
        </p:txBody>
      </p:sp>
      <p:sp>
        <p:nvSpPr>
          <p:cNvPr id="8" name="Rectangle 7">
            <a:extLst>
              <a:ext uri="{FF2B5EF4-FFF2-40B4-BE49-F238E27FC236}">
                <a16:creationId xmlns:a16="http://schemas.microsoft.com/office/drawing/2014/main" id="{7640ADEB-9D1C-4770-BFDF-851E29FCC2FF}"/>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10" name="Picture 2">
            <a:extLst>
              <a:ext uri="{FF2B5EF4-FFF2-40B4-BE49-F238E27FC236}">
                <a16:creationId xmlns:a16="http://schemas.microsoft.com/office/drawing/2014/main" id="{05DA3B60-760E-4C70-BF79-2FFFF690BD68}"/>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ext Placeholder 2"/>
          <p:cNvSpPr>
            <a:spLocks noGrp="1"/>
          </p:cNvSpPr>
          <p:nvPr>
            <p:ph type="body" idx="1"/>
          </p:nvPr>
        </p:nvSpPr>
        <p:spPr>
          <a:xfrm>
            <a:off x="366889" y="1645920"/>
            <a:ext cx="4035247" cy="789828"/>
          </a:xfrm>
          <a:prstGeom prst="rect">
            <a:avLst/>
          </a:prstGeom>
        </p:spPr>
        <p:txBody>
          <a:bodyPr anchor="b">
            <a:noAutofit/>
          </a:bodyPr>
          <a:lstStyle>
            <a:lvl1pPr marL="0" indent="0" algn="ctr">
              <a:lnSpc>
                <a:spcPts val="3000"/>
              </a:lnSpc>
              <a:spcBef>
                <a:spcPts val="0"/>
              </a:spcBef>
              <a:buNone/>
              <a:defRPr sz="2600" b="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p:cNvSpPr>
            <a:spLocks noGrp="1"/>
          </p:cNvSpPr>
          <p:nvPr>
            <p:ph type="body" idx="17"/>
          </p:nvPr>
        </p:nvSpPr>
        <p:spPr>
          <a:xfrm>
            <a:off x="4703762" y="1645920"/>
            <a:ext cx="4045126" cy="789828"/>
          </a:xfrm>
          <a:prstGeom prst="rect">
            <a:avLst/>
          </a:prstGeom>
        </p:spPr>
        <p:txBody>
          <a:bodyPr anchor="b">
            <a:noAutofit/>
          </a:bodyPr>
          <a:lstStyle>
            <a:lvl1pPr marL="0" indent="0" algn="ctr">
              <a:lnSpc>
                <a:spcPts val="3000"/>
              </a:lnSpc>
              <a:spcBef>
                <a:spcPts val="0"/>
              </a:spcBef>
              <a:buNone/>
              <a:defRPr sz="26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4"/>
          <p:cNvSpPr>
            <a:spLocks noGrp="1"/>
          </p:cNvSpPr>
          <p:nvPr>
            <p:ph sz="quarter" idx="24"/>
          </p:nvPr>
        </p:nvSpPr>
        <p:spPr>
          <a:xfrm>
            <a:off x="357187" y="2659063"/>
            <a:ext cx="4044950" cy="3352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25"/>
          </p:nvPr>
        </p:nvSpPr>
        <p:spPr>
          <a:xfrm>
            <a:off x="4703762" y="2659063"/>
            <a:ext cx="4044950" cy="3352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6"/>
          <p:cNvSpPr>
            <a:spLocks noGrp="1"/>
          </p:cNvSpPr>
          <p:nvPr>
            <p:ph type="title"/>
          </p:nvPr>
        </p:nvSpPr>
        <p:spPr>
          <a:xfrm>
            <a:off x="365760" y="135133"/>
            <a:ext cx="8325805" cy="1076030"/>
          </a:xfrm>
        </p:spPr>
        <p:txBody>
          <a:bodyPr/>
          <a:lstStyle/>
          <a:p>
            <a:r>
              <a:rPr lang="en-US"/>
              <a:t>Click to edit Master title style</a:t>
            </a:r>
          </a:p>
        </p:txBody>
      </p:sp>
      <p:sp>
        <p:nvSpPr>
          <p:cNvPr id="10" name="Rectangle 9">
            <a:extLst>
              <a:ext uri="{FF2B5EF4-FFF2-40B4-BE49-F238E27FC236}">
                <a16:creationId xmlns:a16="http://schemas.microsoft.com/office/drawing/2014/main" id="{1E235292-48D1-45CB-A519-16ECD6AD6776}"/>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12" name="Picture 2">
            <a:extLst>
              <a:ext uri="{FF2B5EF4-FFF2-40B4-BE49-F238E27FC236}">
                <a16:creationId xmlns:a16="http://schemas.microsoft.com/office/drawing/2014/main" id="{976DDB4F-5C04-4F9F-8D68-21DA1C6BC79D}"/>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1 Content">
    <p:spTree>
      <p:nvGrpSpPr>
        <p:cNvPr id="1" name=""/>
        <p:cNvGrpSpPr/>
        <p:nvPr/>
      </p:nvGrpSpPr>
      <p:grpSpPr>
        <a:xfrm>
          <a:off x="0" y="0"/>
          <a:ext cx="0" cy="0"/>
          <a:chOff x="0" y="0"/>
          <a:chExt cx="0" cy="0"/>
        </a:xfrm>
      </p:grpSpPr>
      <p:sp>
        <p:nvSpPr>
          <p:cNvPr id="5" name="Content Placeholder 4"/>
          <p:cNvSpPr>
            <a:spLocks noGrp="1"/>
          </p:cNvSpPr>
          <p:nvPr>
            <p:ph sz="quarter" idx="21"/>
          </p:nvPr>
        </p:nvSpPr>
        <p:spPr>
          <a:xfrm>
            <a:off x="4678538" y="1644650"/>
            <a:ext cx="4035425" cy="4367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6"/>
          <p:cNvSpPr>
            <a:spLocks noGrp="1"/>
          </p:cNvSpPr>
          <p:nvPr>
            <p:ph type="title"/>
          </p:nvPr>
        </p:nvSpPr>
        <p:spPr>
          <a:xfrm>
            <a:off x="365760" y="135133"/>
            <a:ext cx="8325805" cy="1076030"/>
          </a:xfrm>
        </p:spPr>
        <p:txBody>
          <a:bodyPr/>
          <a:lstStyle/>
          <a:p>
            <a:r>
              <a:rPr lang="en-US"/>
              <a:t>Click to edit Master title style</a:t>
            </a:r>
          </a:p>
        </p:txBody>
      </p:sp>
      <p:sp>
        <p:nvSpPr>
          <p:cNvPr id="11" name="Picture Placeholder 10"/>
          <p:cNvSpPr>
            <a:spLocks noGrp="1"/>
          </p:cNvSpPr>
          <p:nvPr>
            <p:ph type="pic" sz="quarter" idx="22"/>
          </p:nvPr>
        </p:nvSpPr>
        <p:spPr>
          <a:xfrm>
            <a:off x="365125" y="1644650"/>
            <a:ext cx="3997325" cy="4367213"/>
          </a:xfrm>
        </p:spPr>
        <p:txBody>
          <a:bodyPr rtlCol="0">
            <a:normAutofit/>
          </a:bodyPr>
          <a:lstStyle>
            <a:lvl1pPr marL="0" marR="0" indent="0" algn="l" defTabSz="457200" rtl="0" eaLnBrk="1" fontAlgn="auto" latinLnBrk="0" hangingPunct="1">
              <a:lnSpc>
                <a:spcPct val="100000"/>
              </a:lnSpc>
              <a:spcBef>
                <a:spcPts val="1800"/>
              </a:spcBef>
              <a:spcAft>
                <a:spcPts val="0"/>
              </a:spcAft>
              <a:buClrTx/>
              <a:buSzPct val="135000"/>
              <a:buFontTx/>
              <a:buNone/>
              <a:tabLst/>
              <a:defRPr sz="2000">
                <a:solidFill>
                  <a:schemeClr val="bg1"/>
                </a:solidFill>
              </a:defRPr>
            </a:lvl1pPr>
          </a:lstStyle>
          <a:p>
            <a:pPr lvl="0"/>
            <a:r>
              <a:rPr lang="en-US" noProof="0"/>
              <a:t>Drag picture to placeholder or click icon to add</a:t>
            </a:r>
            <a:endParaRPr lang="en-US" noProof="0" dirty="0"/>
          </a:p>
        </p:txBody>
      </p:sp>
      <p:sp>
        <p:nvSpPr>
          <p:cNvPr id="8" name="Rectangle 7">
            <a:extLst>
              <a:ext uri="{FF2B5EF4-FFF2-40B4-BE49-F238E27FC236}">
                <a16:creationId xmlns:a16="http://schemas.microsoft.com/office/drawing/2014/main" id="{895A19A0-881F-41E1-8F47-8B9FC5C76E9B}"/>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12" name="Picture 2">
            <a:extLst>
              <a:ext uri="{FF2B5EF4-FFF2-40B4-BE49-F238E27FC236}">
                <a16:creationId xmlns:a16="http://schemas.microsoft.com/office/drawing/2014/main" id="{FA599FC9-D099-421C-AAC0-64A5D54597F3}"/>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2 Content">
    <p:spTree>
      <p:nvGrpSpPr>
        <p:cNvPr id="1" name=""/>
        <p:cNvGrpSpPr/>
        <p:nvPr/>
      </p:nvGrpSpPr>
      <p:grpSpPr>
        <a:xfrm>
          <a:off x="0" y="0"/>
          <a:ext cx="0" cy="0"/>
          <a:chOff x="0" y="0"/>
          <a:chExt cx="0" cy="0"/>
        </a:xfrm>
      </p:grpSpPr>
      <p:sp>
        <p:nvSpPr>
          <p:cNvPr id="5" name="Content Placeholder 4"/>
          <p:cNvSpPr>
            <a:spLocks noGrp="1"/>
          </p:cNvSpPr>
          <p:nvPr>
            <p:ph sz="quarter" idx="23"/>
          </p:nvPr>
        </p:nvSpPr>
        <p:spPr>
          <a:xfrm>
            <a:off x="390702" y="1644650"/>
            <a:ext cx="4035425" cy="4367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365760" y="135133"/>
            <a:ext cx="8325805" cy="1076030"/>
          </a:xfrm>
        </p:spPr>
        <p:txBody>
          <a:bodyPr/>
          <a:lstStyle/>
          <a:p>
            <a:r>
              <a:rPr lang="en-US"/>
              <a:t>Click to edit Master title style</a:t>
            </a:r>
          </a:p>
        </p:txBody>
      </p:sp>
      <p:sp>
        <p:nvSpPr>
          <p:cNvPr id="12" name="Picture Placeholder 5"/>
          <p:cNvSpPr>
            <a:spLocks noGrp="1"/>
          </p:cNvSpPr>
          <p:nvPr>
            <p:ph type="pic" sz="quarter" idx="24"/>
          </p:nvPr>
        </p:nvSpPr>
        <p:spPr>
          <a:xfrm>
            <a:off x="4752975" y="1644650"/>
            <a:ext cx="3987800" cy="2011363"/>
          </a:xfrm>
        </p:spPr>
        <p:txBody>
          <a:bodyPr rtlCol="0">
            <a:normAutofit/>
          </a:bodyPr>
          <a:lstStyle>
            <a:lvl1pPr marL="0" marR="0" indent="0" algn="l" defTabSz="457200" rtl="0" eaLnBrk="1" fontAlgn="auto" latinLnBrk="0" hangingPunct="1">
              <a:lnSpc>
                <a:spcPct val="100000"/>
              </a:lnSpc>
              <a:spcBef>
                <a:spcPts val="1800"/>
              </a:spcBef>
              <a:spcAft>
                <a:spcPts val="0"/>
              </a:spcAft>
              <a:buClrTx/>
              <a:buSzPct val="135000"/>
              <a:buFontTx/>
              <a:buNone/>
              <a:tabLst/>
              <a:defRPr sz="2000">
                <a:solidFill>
                  <a:schemeClr val="bg1"/>
                </a:solidFill>
              </a:defRPr>
            </a:lvl1pPr>
          </a:lstStyle>
          <a:p>
            <a:pPr lvl="0"/>
            <a:r>
              <a:rPr lang="en-US" noProof="0"/>
              <a:t>Drag picture to placeholder or click icon to add</a:t>
            </a:r>
            <a:endParaRPr lang="en-US" noProof="0" dirty="0"/>
          </a:p>
        </p:txBody>
      </p:sp>
      <p:sp>
        <p:nvSpPr>
          <p:cNvPr id="13" name="Picture Placeholder 7"/>
          <p:cNvSpPr>
            <a:spLocks noGrp="1"/>
          </p:cNvSpPr>
          <p:nvPr>
            <p:ph type="pic" sz="quarter" idx="25"/>
          </p:nvPr>
        </p:nvSpPr>
        <p:spPr>
          <a:xfrm>
            <a:off x="4752975" y="4006850"/>
            <a:ext cx="3987800" cy="2011363"/>
          </a:xfrm>
        </p:spPr>
        <p:txBody>
          <a:bodyPr rtlCol="0">
            <a:normAutofit/>
          </a:bodyPr>
          <a:lstStyle>
            <a:lvl1pPr marL="0" marR="0" indent="0" algn="l" defTabSz="457200" rtl="0" eaLnBrk="1" fontAlgn="auto" latinLnBrk="0" hangingPunct="1">
              <a:lnSpc>
                <a:spcPct val="100000"/>
              </a:lnSpc>
              <a:spcBef>
                <a:spcPts val="1800"/>
              </a:spcBef>
              <a:spcAft>
                <a:spcPts val="0"/>
              </a:spcAft>
              <a:buClrTx/>
              <a:buSzPct val="135000"/>
              <a:buFontTx/>
              <a:buNone/>
              <a:tabLst/>
              <a:defRPr sz="2000">
                <a:solidFill>
                  <a:schemeClr val="bg1"/>
                </a:solidFill>
              </a:defRPr>
            </a:lvl1pPr>
          </a:lstStyle>
          <a:p>
            <a:pPr lvl="0"/>
            <a:r>
              <a:rPr lang="en-US" noProof="0"/>
              <a:t>Drag picture to placeholder or click icon to add</a:t>
            </a:r>
            <a:endParaRPr lang="en-US" noProof="0" dirty="0"/>
          </a:p>
        </p:txBody>
      </p:sp>
      <p:sp>
        <p:nvSpPr>
          <p:cNvPr id="8" name="Rectangle 7">
            <a:extLst>
              <a:ext uri="{FF2B5EF4-FFF2-40B4-BE49-F238E27FC236}">
                <a16:creationId xmlns:a16="http://schemas.microsoft.com/office/drawing/2014/main" id="{23EDB768-5D37-4D8C-AA01-F65BE230A107}"/>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10" name="Picture 2">
            <a:extLst>
              <a:ext uri="{FF2B5EF4-FFF2-40B4-BE49-F238E27FC236}">
                <a16:creationId xmlns:a16="http://schemas.microsoft.com/office/drawing/2014/main" id="{1955CBA5-5B85-4022-94B1-CA4D3825FB38}"/>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13" name="Content Placeholder 3"/>
          <p:cNvSpPr>
            <a:spLocks noGrp="1"/>
          </p:cNvSpPr>
          <p:nvPr>
            <p:ph sz="half" idx="16"/>
          </p:nvPr>
        </p:nvSpPr>
        <p:spPr>
          <a:xfrm>
            <a:off x="370987" y="1645920"/>
            <a:ext cx="3992697" cy="2057400"/>
          </a:xfrm>
          <a:prstGeom prst="rect">
            <a:avLst/>
          </a:prstGeom>
        </p:spPr>
        <p:txBody>
          <a:bodyPr/>
          <a:lstStyle>
            <a:lvl1pPr marL="274320" indent="-274320">
              <a:buSzPct val="125000"/>
              <a:buFontTx/>
              <a:buBlip>
                <a:blip r:embed="rId2"/>
              </a:buBlip>
              <a:defRPr sz="2000" b="0" baseline="0">
                <a:solidFill>
                  <a:schemeClr val="bg1"/>
                </a:solidFill>
                <a:latin typeface="Verdana"/>
                <a:cs typeface="Verdana"/>
              </a:defRPr>
            </a:lvl1pPr>
            <a:lvl2pPr marL="548640" indent="-182880">
              <a:buClr>
                <a:schemeClr val="tx1">
                  <a:lumMod val="50000"/>
                  <a:lumOff val="50000"/>
                </a:schemeClr>
              </a:buClr>
              <a:buFont typeface="Lucida Grande"/>
              <a:buChar char="–"/>
              <a:defRPr sz="1800" baseline="0">
                <a:solidFill>
                  <a:schemeClr val="bg1"/>
                </a:solidFill>
              </a:defRPr>
            </a:lvl2pPr>
            <a:lvl3pPr marL="822960" indent="-182880">
              <a:buClr>
                <a:schemeClr val="tx1">
                  <a:lumMod val="65000"/>
                  <a:lumOff val="35000"/>
                </a:schemeClr>
              </a:buClr>
              <a:buSzPct val="100000"/>
              <a:buFont typeface="Wingdings" charset="2"/>
              <a:buChar char="§"/>
              <a:defRPr sz="1800" baseline="0">
                <a:solidFill>
                  <a:schemeClr val="bg1"/>
                </a:solidFill>
              </a:defRPr>
            </a:lvl3pPr>
            <a:lvl4pPr marL="1051560" indent="-182880">
              <a:buClr>
                <a:schemeClr val="tx1">
                  <a:lumMod val="50000"/>
                  <a:lumOff val="50000"/>
                </a:schemeClr>
              </a:buClr>
              <a:defRPr sz="1600">
                <a:solidFill>
                  <a:schemeClr val="bg1"/>
                </a:solidFill>
              </a:defRPr>
            </a:lvl4pPr>
            <a:lvl5pPr marL="1234440" indent="-182880">
              <a:buClr>
                <a:schemeClr val="tx1">
                  <a:lumMod val="50000"/>
                  <a:lumOff val="50000"/>
                </a:schemeClr>
              </a:buClr>
              <a:buFont typeface="Wingdings" charset="2"/>
              <a:buChar cha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p:cNvSpPr>
            <a:spLocks noGrp="1"/>
          </p:cNvSpPr>
          <p:nvPr>
            <p:ph sz="half" idx="20"/>
          </p:nvPr>
        </p:nvSpPr>
        <p:spPr>
          <a:xfrm>
            <a:off x="4760289" y="1645920"/>
            <a:ext cx="3992697" cy="2057400"/>
          </a:xfrm>
          <a:prstGeom prst="rect">
            <a:avLst/>
          </a:prstGeom>
        </p:spPr>
        <p:txBody>
          <a:bodyPr/>
          <a:lstStyle>
            <a:lvl1pPr marL="274320" indent="-274320">
              <a:buSzPct val="125000"/>
              <a:buFontTx/>
              <a:buBlip>
                <a:blip r:embed="rId2"/>
              </a:buBlip>
              <a:defRPr sz="2000" b="0" baseline="0">
                <a:solidFill>
                  <a:schemeClr val="bg1"/>
                </a:solidFill>
                <a:latin typeface="Verdana"/>
                <a:cs typeface="Verdana"/>
              </a:defRPr>
            </a:lvl1pPr>
            <a:lvl2pPr marL="548640" indent="-182880">
              <a:buClr>
                <a:schemeClr val="tx1">
                  <a:lumMod val="50000"/>
                  <a:lumOff val="50000"/>
                </a:schemeClr>
              </a:buClr>
              <a:buFont typeface="Lucida Grande"/>
              <a:buChar char="–"/>
              <a:defRPr sz="1800" baseline="0">
                <a:solidFill>
                  <a:schemeClr val="bg1"/>
                </a:solidFill>
              </a:defRPr>
            </a:lvl2pPr>
            <a:lvl3pPr marL="822960" indent="-182880">
              <a:buClr>
                <a:schemeClr val="tx1">
                  <a:lumMod val="65000"/>
                  <a:lumOff val="35000"/>
                </a:schemeClr>
              </a:buClr>
              <a:buSzPct val="100000"/>
              <a:buFont typeface="Wingdings" charset="2"/>
              <a:buChar char="§"/>
              <a:defRPr sz="1800" baseline="0">
                <a:solidFill>
                  <a:schemeClr val="bg1"/>
                </a:solidFill>
              </a:defRPr>
            </a:lvl3pPr>
            <a:lvl4pPr marL="1051560" indent="-182880">
              <a:buClr>
                <a:schemeClr val="tx1">
                  <a:lumMod val="50000"/>
                  <a:lumOff val="50000"/>
                </a:schemeClr>
              </a:buClr>
              <a:defRPr sz="1600">
                <a:solidFill>
                  <a:schemeClr val="bg1"/>
                </a:solidFill>
              </a:defRPr>
            </a:lvl4pPr>
            <a:lvl5pPr marL="1234440" indent="-182880">
              <a:buClr>
                <a:schemeClr val="tx1">
                  <a:lumMod val="50000"/>
                  <a:lumOff val="50000"/>
                </a:schemeClr>
              </a:buClr>
              <a:buFont typeface="Wingdings" charset="2"/>
              <a:buChar cha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3"/>
          <p:cNvSpPr>
            <a:spLocks noGrp="1"/>
          </p:cNvSpPr>
          <p:nvPr>
            <p:ph sz="half" idx="21"/>
          </p:nvPr>
        </p:nvSpPr>
        <p:spPr>
          <a:xfrm>
            <a:off x="348289" y="3920063"/>
            <a:ext cx="3992697" cy="2057400"/>
          </a:xfrm>
          <a:prstGeom prst="rect">
            <a:avLst/>
          </a:prstGeom>
        </p:spPr>
        <p:txBody>
          <a:bodyPr/>
          <a:lstStyle>
            <a:lvl1pPr marL="274320" indent="-274320">
              <a:buSzPct val="125000"/>
              <a:buFontTx/>
              <a:buBlip>
                <a:blip r:embed="rId2"/>
              </a:buBlip>
              <a:defRPr sz="2000" b="0" baseline="0">
                <a:solidFill>
                  <a:schemeClr val="bg1"/>
                </a:solidFill>
                <a:latin typeface="Verdana"/>
                <a:cs typeface="Verdana"/>
              </a:defRPr>
            </a:lvl1pPr>
            <a:lvl2pPr marL="548640" indent="-182880">
              <a:buClr>
                <a:schemeClr val="tx1">
                  <a:lumMod val="50000"/>
                  <a:lumOff val="50000"/>
                </a:schemeClr>
              </a:buClr>
              <a:buFont typeface="Lucida Grande"/>
              <a:buChar char="–"/>
              <a:defRPr sz="1800" baseline="0">
                <a:solidFill>
                  <a:schemeClr val="bg1"/>
                </a:solidFill>
              </a:defRPr>
            </a:lvl2pPr>
            <a:lvl3pPr marL="822960" indent="-182880">
              <a:buClr>
                <a:schemeClr val="tx1">
                  <a:lumMod val="65000"/>
                  <a:lumOff val="35000"/>
                </a:schemeClr>
              </a:buClr>
              <a:buSzPct val="100000"/>
              <a:buFont typeface="Wingdings" charset="2"/>
              <a:buChar char="§"/>
              <a:defRPr sz="1800" baseline="0">
                <a:solidFill>
                  <a:schemeClr val="bg1"/>
                </a:solidFill>
              </a:defRPr>
            </a:lvl3pPr>
            <a:lvl4pPr marL="1051560" indent="-182880">
              <a:buClr>
                <a:schemeClr val="tx1">
                  <a:lumMod val="50000"/>
                  <a:lumOff val="50000"/>
                </a:schemeClr>
              </a:buClr>
              <a:defRPr sz="1600">
                <a:solidFill>
                  <a:schemeClr val="bg1"/>
                </a:solidFill>
              </a:defRPr>
            </a:lvl4pPr>
            <a:lvl5pPr marL="1234440" indent="-182880">
              <a:buClr>
                <a:schemeClr val="tx1">
                  <a:lumMod val="50000"/>
                  <a:lumOff val="50000"/>
                </a:schemeClr>
              </a:buClr>
              <a:buFont typeface="Wingdings" charset="2"/>
              <a:buChar cha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3"/>
          <p:cNvSpPr>
            <a:spLocks noGrp="1"/>
          </p:cNvSpPr>
          <p:nvPr>
            <p:ph sz="half" idx="22"/>
          </p:nvPr>
        </p:nvSpPr>
        <p:spPr>
          <a:xfrm>
            <a:off x="4737591" y="3920063"/>
            <a:ext cx="3992697" cy="2057400"/>
          </a:xfrm>
          <a:prstGeom prst="rect">
            <a:avLst/>
          </a:prstGeom>
        </p:spPr>
        <p:txBody>
          <a:bodyPr/>
          <a:lstStyle>
            <a:lvl1pPr marL="274320" indent="-274320">
              <a:buSzPct val="125000"/>
              <a:buFontTx/>
              <a:buBlip>
                <a:blip r:embed="rId2"/>
              </a:buBlip>
              <a:defRPr sz="2000" b="0" baseline="0">
                <a:solidFill>
                  <a:schemeClr val="bg1"/>
                </a:solidFill>
                <a:latin typeface="Verdana"/>
                <a:cs typeface="Verdana"/>
              </a:defRPr>
            </a:lvl1pPr>
            <a:lvl2pPr marL="548640" indent="-182880">
              <a:buClr>
                <a:schemeClr val="tx1">
                  <a:lumMod val="50000"/>
                  <a:lumOff val="50000"/>
                </a:schemeClr>
              </a:buClr>
              <a:buFont typeface="Lucida Grande"/>
              <a:buChar char="–"/>
              <a:defRPr sz="1800" baseline="0">
                <a:solidFill>
                  <a:schemeClr val="bg1"/>
                </a:solidFill>
              </a:defRPr>
            </a:lvl2pPr>
            <a:lvl3pPr marL="822960" indent="-182880">
              <a:buClr>
                <a:schemeClr val="tx1">
                  <a:lumMod val="65000"/>
                  <a:lumOff val="35000"/>
                </a:schemeClr>
              </a:buClr>
              <a:buSzPct val="100000"/>
              <a:buFont typeface="Wingdings" charset="2"/>
              <a:buChar char="§"/>
              <a:defRPr sz="1800" baseline="0">
                <a:solidFill>
                  <a:schemeClr val="bg1"/>
                </a:solidFill>
              </a:defRPr>
            </a:lvl3pPr>
            <a:lvl4pPr marL="1051560" indent="-182880">
              <a:buClr>
                <a:schemeClr val="tx1">
                  <a:lumMod val="50000"/>
                  <a:lumOff val="50000"/>
                </a:schemeClr>
              </a:buClr>
              <a:defRPr sz="1600">
                <a:solidFill>
                  <a:schemeClr val="bg1"/>
                </a:solidFill>
              </a:defRPr>
            </a:lvl4pPr>
            <a:lvl5pPr marL="1234440" indent="-182880">
              <a:buClr>
                <a:schemeClr val="tx1">
                  <a:lumMod val="50000"/>
                  <a:lumOff val="50000"/>
                </a:schemeClr>
              </a:buClr>
              <a:buFont typeface="Wingdings" charset="2"/>
              <a:buChar cha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p:cNvSpPr>
            <a:spLocks noGrp="1"/>
          </p:cNvSpPr>
          <p:nvPr>
            <p:ph type="title"/>
          </p:nvPr>
        </p:nvSpPr>
        <p:spPr>
          <a:xfrm>
            <a:off x="365760" y="135133"/>
            <a:ext cx="8325805" cy="1076030"/>
          </a:xfrm>
        </p:spPr>
        <p:txBody>
          <a:bodyPr/>
          <a:lstStyle/>
          <a:p>
            <a:r>
              <a:rPr lang="en-US"/>
              <a:t>Click to edit Master title style</a:t>
            </a:r>
          </a:p>
        </p:txBody>
      </p:sp>
      <p:sp>
        <p:nvSpPr>
          <p:cNvPr id="9" name="Rectangle 8">
            <a:extLst>
              <a:ext uri="{FF2B5EF4-FFF2-40B4-BE49-F238E27FC236}">
                <a16:creationId xmlns:a16="http://schemas.microsoft.com/office/drawing/2014/main" id="{95BD96E7-4A57-4FCA-B506-59B13A28188E}"/>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11" name="Picture 2">
            <a:extLst>
              <a:ext uri="{FF2B5EF4-FFF2-40B4-BE49-F238E27FC236}">
                <a16:creationId xmlns:a16="http://schemas.microsoft.com/office/drawing/2014/main" id="{46695E19-0962-4B9B-BC0F-A4C074DC2CD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Subtitle 6"/>
          <p:cNvSpPr>
            <a:spLocks noGrp="1"/>
          </p:cNvSpPr>
          <p:nvPr>
            <p:ph type="body" sz="half" idx="2"/>
          </p:nvPr>
        </p:nvSpPr>
        <p:spPr>
          <a:xfrm>
            <a:off x="1473197" y="5397500"/>
            <a:ext cx="5689601" cy="609599"/>
          </a:xfrm>
        </p:spPr>
        <p:txBody>
          <a:bodyPr>
            <a:normAutofit/>
          </a:bodyPr>
          <a:lstStyle>
            <a:lvl1pPr>
              <a:defRPr sz="1800">
                <a:solidFill>
                  <a:schemeClr val="bg1"/>
                </a:solidFill>
              </a:defRPr>
            </a:lvl1pPr>
          </a:lstStyle>
          <a:p>
            <a:pPr lvl="0"/>
            <a:r>
              <a:rPr lang="en-US"/>
              <a:t>Click to edit Master text styles</a:t>
            </a:r>
          </a:p>
        </p:txBody>
      </p:sp>
      <p:sp>
        <p:nvSpPr>
          <p:cNvPr id="9" name="Picture Placeholder 6"/>
          <p:cNvSpPr>
            <a:spLocks noGrp="1"/>
          </p:cNvSpPr>
          <p:nvPr>
            <p:ph type="pic" sz="quarter" idx="12"/>
          </p:nvPr>
        </p:nvSpPr>
        <p:spPr>
          <a:xfrm>
            <a:off x="1473200" y="1670050"/>
            <a:ext cx="5689600" cy="3587750"/>
          </a:xfrm>
        </p:spPr>
        <p:txBody>
          <a:bodyPr rtlCol="0">
            <a:normAutofit/>
          </a:bodyPr>
          <a:lstStyle>
            <a:lvl1pPr marL="0" marR="0" indent="0" algn="l" defTabSz="457200" rtl="0" eaLnBrk="1" fontAlgn="auto" latinLnBrk="0" hangingPunct="1">
              <a:lnSpc>
                <a:spcPct val="100000"/>
              </a:lnSpc>
              <a:spcBef>
                <a:spcPts val="1800"/>
              </a:spcBef>
              <a:spcAft>
                <a:spcPts val="0"/>
              </a:spcAft>
              <a:buClrTx/>
              <a:buSzPct val="135000"/>
              <a:buFontTx/>
              <a:buNone/>
              <a:tabLst/>
              <a:defRPr sz="1800">
                <a:solidFill>
                  <a:schemeClr val="bg1"/>
                </a:solidFill>
              </a:defRPr>
            </a:lvl1pPr>
          </a:lstStyle>
          <a:p>
            <a:pPr lvl="0"/>
            <a:r>
              <a:rPr lang="en-US" noProof="0"/>
              <a:t>Drag picture to placeholder or click icon to add</a:t>
            </a:r>
            <a:endParaRPr lang="en-US" noProof="0" dirty="0"/>
          </a:p>
        </p:txBody>
      </p:sp>
      <p:sp>
        <p:nvSpPr>
          <p:cNvPr id="7" name="Rectangle 6">
            <a:extLst>
              <a:ext uri="{FF2B5EF4-FFF2-40B4-BE49-F238E27FC236}">
                <a16:creationId xmlns:a16="http://schemas.microsoft.com/office/drawing/2014/main" id="{39123F23-71FD-426F-8FA1-64C40FEB5149}"/>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11" name="Picture 2">
            <a:extLst>
              <a:ext uri="{FF2B5EF4-FFF2-40B4-BE49-F238E27FC236}">
                <a16:creationId xmlns:a16="http://schemas.microsoft.com/office/drawing/2014/main" id="{7BEFC078-12C5-42B3-8F53-0A726740C475}"/>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p:cNvSpPr/>
          <p:nvPr/>
        </p:nvSpPr>
        <p:spPr>
          <a:xfrm>
            <a:off x="1588" y="0"/>
            <a:ext cx="9172575" cy="618564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40CC92E7-B753-42CE-8FA4-4912FCE8AA26}"/>
              </a:ext>
            </a:extLst>
          </p:cNvPr>
          <p:cNvSpPr/>
          <p:nvPr userDrawn="1"/>
        </p:nvSpPr>
        <p:spPr>
          <a:xfrm>
            <a:off x="1857189" y="6296025"/>
            <a:ext cx="5655235" cy="461665"/>
          </a:xfrm>
          <a:prstGeom prst="rect">
            <a:avLst/>
          </a:prstGeom>
        </p:spPr>
        <p:txBody>
          <a:bodyPr wrap="square">
            <a:spAutoFit/>
          </a:bodyPr>
          <a:lstStyle/>
          <a:p>
            <a:pPr>
              <a:defRPr/>
            </a:pPr>
            <a:r>
              <a:rPr lang="fr-FR" sz="1200" b="1" dirty="0">
                <a:solidFill>
                  <a:schemeClr val="bg1"/>
                </a:solidFill>
                <a:cs typeface="+mn-cs"/>
              </a:rPr>
              <a:t>2023 IEEE PES Innovative Smart </a:t>
            </a:r>
            <a:r>
              <a:rPr lang="fr-FR" sz="1200" b="1" dirty="0" err="1">
                <a:solidFill>
                  <a:schemeClr val="bg1"/>
                </a:solidFill>
                <a:cs typeface="+mn-cs"/>
              </a:rPr>
              <a:t>Grid</a:t>
            </a:r>
            <a:r>
              <a:rPr lang="fr-FR" sz="1200" b="1" dirty="0">
                <a:solidFill>
                  <a:schemeClr val="bg1"/>
                </a:solidFill>
                <a:cs typeface="+mn-cs"/>
              </a:rPr>
              <a:t> Technologies </a:t>
            </a:r>
            <a:r>
              <a:rPr lang="fr-FR" sz="1200" b="1" dirty="0" err="1">
                <a:solidFill>
                  <a:schemeClr val="bg1"/>
                </a:solidFill>
                <a:cs typeface="+mn-cs"/>
              </a:rPr>
              <a:t>Conference</a:t>
            </a:r>
            <a:r>
              <a:rPr lang="fr-FR" sz="1200" b="1" dirty="0">
                <a:solidFill>
                  <a:schemeClr val="bg1"/>
                </a:solidFill>
                <a:cs typeface="+mn-cs"/>
              </a:rPr>
              <a:t> Europe (ISGT-Europe)</a:t>
            </a:r>
            <a:r>
              <a:rPr lang="en-US" sz="1200" b="1" dirty="0">
                <a:solidFill>
                  <a:schemeClr val="bg1"/>
                </a:solidFill>
                <a:cs typeface="+mn-cs"/>
              </a:rPr>
              <a:t>, </a:t>
            </a:r>
            <a:r>
              <a:rPr lang="en-US" sz="1200" dirty="0">
                <a:solidFill>
                  <a:schemeClr val="bg1"/>
                </a:solidFill>
                <a:cs typeface="+mn-cs"/>
              </a:rPr>
              <a:t>October 23</a:t>
            </a:r>
            <a:r>
              <a:rPr lang="en-US" sz="1200" baseline="30000" dirty="0">
                <a:solidFill>
                  <a:schemeClr val="bg1"/>
                </a:solidFill>
                <a:cs typeface="+mn-cs"/>
              </a:rPr>
              <a:t>rd</a:t>
            </a:r>
            <a:r>
              <a:rPr lang="en-US" sz="1200" dirty="0">
                <a:solidFill>
                  <a:schemeClr val="bg1"/>
                </a:solidFill>
                <a:cs typeface="+mn-cs"/>
              </a:rPr>
              <a:t>-26</a:t>
            </a:r>
            <a:r>
              <a:rPr lang="en-US" sz="1200" baseline="30000" dirty="0">
                <a:solidFill>
                  <a:schemeClr val="bg1"/>
                </a:solidFill>
                <a:cs typeface="+mn-cs"/>
              </a:rPr>
              <a:t>th</a:t>
            </a:r>
            <a:r>
              <a:rPr lang="en-US" sz="1200" dirty="0">
                <a:solidFill>
                  <a:schemeClr val="bg1"/>
                </a:solidFill>
                <a:cs typeface="+mn-cs"/>
              </a:rPr>
              <a:t>, 2023, Grenoble, France</a:t>
            </a:r>
            <a:endParaRPr lang="mk-MK" sz="1200" dirty="0">
              <a:solidFill>
                <a:schemeClr val="bg1"/>
              </a:solidFill>
              <a:cs typeface="+mn-cs"/>
            </a:endParaRPr>
          </a:p>
        </p:txBody>
      </p:sp>
      <p:pic>
        <p:nvPicPr>
          <p:cNvPr id="7" name="Picture 2">
            <a:extLst>
              <a:ext uri="{FF2B5EF4-FFF2-40B4-BE49-F238E27FC236}">
                <a16:creationId xmlns:a16="http://schemas.microsoft.com/office/drawing/2014/main" id="{3005174B-D8F3-43EB-A21F-69EC1B763872}"/>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222507" y="6317113"/>
            <a:ext cx="1461545" cy="425823"/>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543F6D"/>
        </a:solidFill>
        <a:effectLst/>
      </p:bgPr>
    </p:bg>
    <p:spTree>
      <p:nvGrpSpPr>
        <p:cNvPr id="1" name=""/>
        <p:cNvGrpSpPr/>
        <p:nvPr/>
      </p:nvGrpSpPr>
      <p:grpSpPr>
        <a:xfrm>
          <a:off x="0" y="0"/>
          <a:ext cx="0" cy="0"/>
          <a:chOff x="0" y="0"/>
          <a:chExt cx="0" cy="0"/>
        </a:xfrm>
      </p:grpSpPr>
      <p:sp>
        <p:nvSpPr>
          <p:cNvPr id="1026" name="Title Placeholder 9"/>
          <p:cNvSpPr>
            <a:spLocks noGrp="1" noChangeAspect="1"/>
          </p:cNvSpPr>
          <p:nvPr>
            <p:ph type="title"/>
          </p:nvPr>
        </p:nvSpPr>
        <p:spPr bwMode="auto">
          <a:xfrm>
            <a:off x="365125" y="134938"/>
            <a:ext cx="8326438" cy="10763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0" name="Rectangle 3"/>
          <p:cNvSpPr>
            <a:spLocks noChangeArrowheads="1"/>
          </p:cNvSpPr>
          <p:nvPr/>
        </p:nvSpPr>
        <p:spPr bwMode="auto">
          <a:xfrm rot="-5400000">
            <a:off x="9449594" y="5911057"/>
            <a:ext cx="1709737" cy="184150"/>
          </a:xfrm>
          <a:prstGeom prst="rect">
            <a:avLst/>
          </a:prstGeom>
          <a:noFill/>
          <a:ln>
            <a:noFill/>
          </a:ln>
        </p:spPr>
        <p:txBody>
          <a:bodyPr>
            <a:spAutoFit/>
          </a:bodyPr>
          <a:lstStyle/>
          <a:p>
            <a:pPr>
              <a:defRPr/>
            </a:pPr>
            <a:r>
              <a:rPr lang="en-US" sz="600" dirty="0">
                <a:solidFill>
                  <a:srgbClr val="7F7F7F"/>
                </a:solidFill>
                <a:latin typeface="Verdana" charset="0"/>
                <a:ea typeface="ＭＳ Ｐゴシック" charset="0"/>
                <a:cs typeface="ＭＳ Ｐゴシック" charset="0"/>
              </a:rPr>
              <a:t>12-CRS-0106 REVISED 8 FEB 2013</a:t>
            </a:r>
          </a:p>
        </p:txBody>
      </p:sp>
      <p:sp>
        <p:nvSpPr>
          <p:cNvPr id="1029" name="Text Placeholder 11"/>
          <p:cNvSpPr>
            <a:spLocks noGrp="1"/>
          </p:cNvSpPr>
          <p:nvPr>
            <p:ph type="body" idx="1"/>
          </p:nvPr>
        </p:nvSpPr>
        <p:spPr bwMode="auto">
          <a:xfrm>
            <a:off x="365125" y="1646238"/>
            <a:ext cx="8326438" cy="45180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Isosceles Triangle 9"/>
          <p:cNvSpPr/>
          <p:nvPr userDrawn="1"/>
        </p:nvSpPr>
        <p:spPr>
          <a:xfrm rot="5400000">
            <a:off x="-83344" y="573882"/>
            <a:ext cx="357187" cy="190500"/>
          </a:xfrm>
          <a:prstGeom prst="triangle">
            <a:avLst/>
          </a:prstGeom>
          <a:solidFill>
            <a:srgbClr val="B0DBC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en-US" dirty="0"/>
          </a:p>
        </p:txBody>
      </p:sp>
      <p:sp>
        <p:nvSpPr>
          <p:cNvPr id="9" name="Rectangle 8"/>
          <p:cNvSpPr/>
          <p:nvPr userDrawn="1"/>
        </p:nvSpPr>
        <p:spPr>
          <a:xfrm>
            <a:off x="-3420000" y="0"/>
            <a:ext cx="3348000" cy="685800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0" rtlCol="0" anchor="t" anchorCtr="0"/>
          <a:lstStyle/>
          <a:p>
            <a:pPr marL="0" marR="0" indent="0" algn="ctr" defTabSz="1244129" rtl="0" eaLnBrk="1" fontAlgn="auto" latinLnBrk="0" hangingPunct="1">
              <a:lnSpc>
                <a:spcPct val="100000"/>
              </a:lnSpc>
              <a:spcBef>
                <a:spcPts val="0"/>
              </a:spcBef>
              <a:spcAft>
                <a:spcPts val="0"/>
              </a:spcAft>
              <a:buClrTx/>
              <a:buSzTx/>
              <a:buFontTx/>
              <a:buNone/>
              <a:tabLst/>
              <a:defRPr/>
            </a:pPr>
            <a:r>
              <a:rPr lang="en-US" sz="1100" b="1" spc="0" dirty="0">
                <a:solidFill>
                  <a:srgbClr val="FFFF00"/>
                </a:solidFill>
                <a:latin typeface="+mn-lt"/>
                <a:ea typeface="Tahoma" pitchFamily="34" charset="0"/>
                <a:cs typeface="Tahoma" pitchFamily="34" charset="0"/>
              </a:rPr>
              <a:t>THIS</a:t>
            </a:r>
            <a:r>
              <a:rPr lang="en-US" sz="1100" b="1" spc="0" baseline="0" dirty="0">
                <a:solidFill>
                  <a:srgbClr val="FFFF00"/>
                </a:solidFill>
                <a:latin typeface="+mn-lt"/>
                <a:ea typeface="Tahoma" pitchFamily="34" charset="0"/>
                <a:cs typeface="Tahoma" pitchFamily="34" charset="0"/>
              </a:rPr>
              <a:t> PAGE IS NOT INTENDED TO SHOW IN THE PRESENTATION</a:t>
            </a:r>
            <a:endParaRPr lang="en-US" sz="1100" b="1" spc="492" dirty="0">
              <a:solidFill>
                <a:srgbClr val="FFFF00"/>
              </a:solidFill>
              <a:latin typeface="+mn-lt"/>
              <a:ea typeface="Tahoma" pitchFamily="34" charset="0"/>
              <a:cs typeface="Tahoma" pitchFamily="34" charset="0"/>
            </a:endParaRPr>
          </a:p>
          <a:p>
            <a:pPr algn="ctr"/>
            <a:r>
              <a:rPr lang="en-US" sz="1100" b="1" spc="0" dirty="0">
                <a:solidFill>
                  <a:schemeClr val="bg1"/>
                </a:solidFill>
                <a:latin typeface="+mn-lt"/>
                <a:ea typeface="Verdana" pitchFamily="34" charset="0"/>
                <a:cs typeface="Verdana" pitchFamily="34" charset="0"/>
              </a:rPr>
              <a:t>SHORT INSTRUCTIONS</a:t>
            </a:r>
          </a:p>
          <a:p>
            <a:pPr algn="ctr"/>
            <a:endParaRPr lang="en-US" sz="400" b="1" dirty="0">
              <a:latin typeface="+mn-lt"/>
              <a:ea typeface="Verdana" pitchFamily="34" charset="0"/>
              <a:cs typeface="Verdana" pitchFamily="34" charset="0"/>
            </a:endParaRPr>
          </a:p>
          <a:p>
            <a:pPr algn="just" defTabSz="3085565"/>
            <a:r>
              <a:rPr lang="en-US" sz="1000" i="0" spc="-60" dirty="0">
                <a:latin typeface="+mn-lt"/>
                <a:ea typeface="Tahoma" pitchFamily="34" charset="0"/>
                <a:cs typeface="Arial" pitchFamily="34" charset="0"/>
              </a:rPr>
              <a:t>This template</a:t>
            </a:r>
            <a:r>
              <a:rPr lang="en-US" sz="1000" i="0" spc="-60" baseline="0" dirty="0">
                <a:latin typeface="+mn-lt"/>
                <a:ea typeface="Tahoma" pitchFamily="34" charset="0"/>
                <a:cs typeface="Arial" pitchFamily="34" charset="0"/>
              </a:rPr>
              <a:t> is created for the </a:t>
            </a:r>
            <a:r>
              <a:rPr lang="en-US" sz="1000" i="0" spc="-60" dirty="0">
                <a:latin typeface="+mn-lt"/>
                <a:ea typeface="Tahoma" pitchFamily="34" charset="0"/>
                <a:cs typeface="Arial" pitchFamily="34" charset="0"/>
              </a:rPr>
              <a:t>power point presentation of the accepted papers at</a:t>
            </a:r>
            <a:r>
              <a:rPr lang="sr-Latn-RS" sz="1000" i="0" spc="-60" dirty="0">
                <a:latin typeface="+mn-lt"/>
                <a:ea typeface="Tahoma" pitchFamily="34" charset="0"/>
                <a:cs typeface="Arial" pitchFamily="34" charset="0"/>
              </a:rPr>
              <a:t> </a:t>
            </a:r>
            <a:r>
              <a:rPr lang="fr-FR" sz="1000" b="1" i="0" spc="-60" dirty="0">
                <a:latin typeface="+mn-lt"/>
                <a:ea typeface="Tahoma" pitchFamily="34" charset="0"/>
                <a:cs typeface="Arial" pitchFamily="34" charset="0"/>
              </a:rPr>
              <a:t>2023 IEEE PES Innovative Smart </a:t>
            </a:r>
            <a:r>
              <a:rPr lang="fr-FR" sz="1000" b="1" i="0" spc="-60" dirty="0" err="1">
                <a:latin typeface="+mn-lt"/>
                <a:ea typeface="Tahoma" pitchFamily="34" charset="0"/>
                <a:cs typeface="Arial" pitchFamily="34" charset="0"/>
              </a:rPr>
              <a:t>Grid</a:t>
            </a:r>
            <a:r>
              <a:rPr lang="fr-FR" sz="1000" b="1" i="0" spc="-60" dirty="0">
                <a:latin typeface="+mn-lt"/>
                <a:ea typeface="Tahoma" pitchFamily="34" charset="0"/>
                <a:cs typeface="Arial" pitchFamily="34" charset="0"/>
              </a:rPr>
              <a:t> Technologies </a:t>
            </a:r>
            <a:r>
              <a:rPr lang="fr-FR" sz="1000" b="1" i="0" spc="-60" dirty="0" err="1">
                <a:latin typeface="+mn-lt"/>
                <a:ea typeface="Tahoma" pitchFamily="34" charset="0"/>
                <a:cs typeface="Arial" pitchFamily="34" charset="0"/>
              </a:rPr>
              <a:t>Conference</a:t>
            </a:r>
            <a:r>
              <a:rPr lang="fr-FR" sz="1000" b="1" i="0" spc="-60" dirty="0">
                <a:latin typeface="+mn-lt"/>
                <a:ea typeface="Tahoma" pitchFamily="34" charset="0"/>
                <a:cs typeface="Arial" pitchFamily="34" charset="0"/>
              </a:rPr>
              <a:t> Europe (ISGT-Europe)</a:t>
            </a:r>
            <a:r>
              <a:rPr lang="sr-Latn-RS" sz="1000" b="1" i="0" spc="-60" dirty="0">
                <a:latin typeface="+mn-lt"/>
                <a:ea typeface="Tahoma" pitchFamily="34" charset="0"/>
                <a:cs typeface="Arial" pitchFamily="34" charset="0"/>
              </a:rPr>
              <a:t>.</a:t>
            </a:r>
            <a:r>
              <a:rPr lang="sr-Latn-RS" sz="1000" i="0" spc="-60" dirty="0">
                <a:latin typeface="+mn-lt"/>
                <a:ea typeface="Tahoma" pitchFamily="34" charset="0"/>
                <a:cs typeface="Arial" pitchFamily="34" charset="0"/>
              </a:rPr>
              <a:t> </a:t>
            </a:r>
            <a:r>
              <a:rPr lang="en-US" sz="1000" spc="-70" dirty="0">
                <a:latin typeface="+mn-lt"/>
                <a:cs typeface="Arial" pitchFamily="34" charset="0"/>
              </a:rPr>
              <a:t>The presentation should</a:t>
            </a:r>
            <a:r>
              <a:rPr lang="en-US" sz="1000" spc="-70" baseline="0" dirty="0">
                <a:latin typeface="+mn-lt"/>
                <a:cs typeface="Arial" pitchFamily="34" charset="0"/>
              </a:rPr>
              <a:t> be saved as </a:t>
            </a:r>
            <a:r>
              <a:rPr lang="en-US" sz="1000" spc="-70" baseline="0" dirty="0" err="1">
                <a:latin typeface="+mn-lt"/>
                <a:cs typeface="Arial" pitchFamily="34" charset="0"/>
              </a:rPr>
              <a:t>pptm</a:t>
            </a:r>
            <a:r>
              <a:rPr lang="en-US" sz="1000" spc="-70" baseline="0" dirty="0">
                <a:latin typeface="+mn-lt"/>
                <a:cs typeface="Arial" pitchFamily="34" charset="0"/>
              </a:rPr>
              <a:t> and the macros must be Enabled. The presentation </a:t>
            </a:r>
            <a:r>
              <a:rPr lang="en-US" sz="1000" b="1" kern="1200" spc="-70" dirty="0">
                <a:solidFill>
                  <a:srgbClr val="FFFF00"/>
                </a:solidFill>
                <a:latin typeface="+mn-lt"/>
                <a:ea typeface="+mn-ea"/>
                <a:cs typeface="Arial" pitchFamily="34" charset="0"/>
              </a:rPr>
              <a:t>must be saved as a</a:t>
            </a:r>
            <a:r>
              <a:rPr lang="sr-Latn-RS" sz="1000" b="1" kern="1200" spc="-70" dirty="0">
                <a:solidFill>
                  <a:srgbClr val="FFFF00"/>
                </a:solidFill>
                <a:latin typeface="+mn-lt"/>
                <a:ea typeface="+mn-ea"/>
                <a:cs typeface="Arial" pitchFamily="34" charset="0"/>
              </a:rPr>
              <a:t> </a:t>
            </a:r>
            <a:r>
              <a:rPr lang="sr-Latn-RS" sz="1000" b="1" spc="-70" dirty="0">
                <a:solidFill>
                  <a:srgbClr val="FFFF00"/>
                </a:solidFill>
                <a:latin typeface="+mn-lt"/>
                <a:cs typeface="Arial" pitchFamily="34" charset="0"/>
              </a:rPr>
              <a:t>pptm </a:t>
            </a:r>
            <a:r>
              <a:rPr lang="sr-Latn-RS" sz="1000" spc="-70" dirty="0">
                <a:latin typeface="+mn-lt"/>
                <a:cs typeface="Arial" pitchFamily="34" charset="0"/>
              </a:rPr>
              <a:t>(</a:t>
            </a:r>
            <a:r>
              <a:rPr lang="en-US" sz="1000" spc="-70" dirty="0">
                <a:latin typeface="+mn-lt"/>
                <a:cs typeface="Arial" pitchFamily="34" charset="0"/>
              </a:rPr>
              <a:t>figure</a:t>
            </a:r>
            <a:r>
              <a:rPr lang="en-US" sz="1000" spc="-70" baseline="0" dirty="0">
                <a:latin typeface="+mn-lt"/>
                <a:cs typeface="Arial" pitchFamily="34" charset="0"/>
              </a:rPr>
              <a:t> 1)</a:t>
            </a:r>
            <a:r>
              <a:rPr lang="sr-Latn-RS" sz="1000" spc="-70" dirty="0">
                <a:latin typeface="+mn-lt"/>
                <a:cs typeface="Arial" pitchFamily="34" charset="0"/>
              </a:rPr>
              <a:t>.</a:t>
            </a:r>
            <a:endParaRPr lang="en-US" sz="950" dirty="0">
              <a:latin typeface="+mn-lt"/>
              <a:cs typeface="Arial" pitchFamily="34" charset="0"/>
            </a:endParaRPr>
          </a:p>
          <a:p>
            <a:pPr algn="just" defTabSz="3085565"/>
            <a:endParaRPr lang="en-US" sz="950" dirty="0">
              <a:latin typeface="+mn-lt"/>
              <a:cs typeface="Arial" pitchFamily="34" charset="0"/>
            </a:endParaRPr>
          </a:p>
          <a:p>
            <a:pPr algn="just" defTabSz="3085565"/>
            <a:endParaRPr lang="en-US" sz="1000" dirty="0">
              <a:latin typeface="+mn-lt"/>
              <a:cs typeface="Arial" pitchFamily="34" charset="0"/>
            </a:endParaRPr>
          </a:p>
          <a:p>
            <a:pPr marL="0" marR="0" indent="0" algn="ctr" defTabSz="3085565" rtl="0" eaLnBrk="1" fontAlgn="base" latinLnBrk="0" hangingPunct="1">
              <a:lnSpc>
                <a:spcPct val="100000"/>
              </a:lnSpc>
              <a:spcBef>
                <a:spcPct val="0"/>
              </a:spcBef>
              <a:spcAft>
                <a:spcPct val="0"/>
              </a:spcAft>
              <a:buClrTx/>
              <a:buSzTx/>
              <a:buFontTx/>
              <a:buNone/>
              <a:tabLst/>
              <a:defRPr/>
            </a:pPr>
            <a:r>
              <a:rPr lang="en-US" sz="950" i="1" baseline="0" dirty="0">
                <a:latin typeface="+mn-lt"/>
                <a:cs typeface="Arial" pitchFamily="34" charset="0"/>
              </a:rPr>
              <a:t>Figure</a:t>
            </a:r>
            <a:r>
              <a:rPr lang="sr-Latn-RS" sz="950" i="1" baseline="0" dirty="0">
                <a:latin typeface="+mn-lt"/>
                <a:cs typeface="Arial" pitchFamily="34" charset="0"/>
              </a:rPr>
              <a:t> 1</a:t>
            </a:r>
            <a:endParaRPr lang="en-US" sz="950" i="1" baseline="0" dirty="0">
              <a:latin typeface="+mn-lt"/>
              <a:cs typeface="Arial" pitchFamily="34" charset="0"/>
            </a:endParaRPr>
          </a:p>
          <a:p>
            <a:pPr marL="0" marR="0" indent="0" algn="ctr" defTabSz="3085565" rtl="0" eaLnBrk="1" fontAlgn="base" latinLnBrk="0" hangingPunct="1">
              <a:lnSpc>
                <a:spcPct val="100000"/>
              </a:lnSpc>
              <a:spcBef>
                <a:spcPct val="0"/>
              </a:spcBef>
              <a:spcAft>
                <a:spcPct val="0"/>
              </a:spcAft>
              <a:buClrTx/>
              <a:buSzTx/>
              <a:buFontTx/>
              <a:buNone/>
              <a:tabLst/>
              <a:defRPr/>
            </a:pPr>
            <a:endParaRPr lang="sr-Latn-RS" sz="300" baseline="0" dirty="0">
              <a:latin typeface="+mn-lt"/>
              <a:cs typeface="Arial" pitchFamily="34" charset="0"/>
            </a:endParaRPr>
          </a:p>
          <a:p>
            <a:pPr algn="just" defTabSz="3085565"/>
            <a:r>
              <a:rPr lang="en-US" sz="1000" spc="-70" dirty="0">
                <a:latin typeface="+mn-lt"/>
                <a:cs typeface="Arial" pitchFamily="34" charset="0"/>
              </a:rPr>
              <a:t>This template contains two new macros to set and remove (if necessary) the slide</a:t>
            </a:r>
            <a:r>
              <a:rPr lang="en-US" sz="1000" spc="-70" baseline="0" dirty="0">
                <a:latin typeface="+mn-lt"/>
                <a:cs typeface="Arial" pitchFamily="34" charset="0"/>
              </a:rPr>
              <a:t> number at the appropriate slide location (bottom right corner). The intention is to have the slide counter as </a:t>
            </a:r>
            <a:r>
              <a:rPr lang="en-US" sz="1000" b="1" spc="-70" baseline="0" dirty="0" err="1">
                <a:solidFill>
                  <a:srgbClr val="FFFF00"/>
                </a:solidFill>
                <a:latin typeface="+mn-lt"/>
                <a:cs typeface="Arial" pitchFamily="34" charset="0"/>
              </a:rPr>
              <a:t>SlideNumber</a:t>
            </a:r>
            <a:r>
              <a:rPr lang="sr-Latn-RS" sz="1000" b="1" spc="-70" baseline="0" dirty="0">
                <a:solidFill>
                  <a:srgbClr val="FFFF00"/>
                </a:solidFill>
                <a:latin typeface="+mn-lt"/>
                <a:cs typeface="Arial" pitchFamily="34" charset="0"/>
              </a:rPr>
              <a:t>/</a:t>
            </a:r>
            <a:r>
              <a:rPr lang="en-US" sz="1000" b="1" spc="-70" baseline="0" dirty="0" err="1">
                <a:solidFill>
                  <a:srgbClr val="FFFF00"/>
                </a:solidFill>
                <a:latin typeface="+mn-lt"/>
                <a:cs typeface="Arial" pitchFamily="34" charset="0"/>
              </a:rPr>
              <a:t>TotalSlideNumber</a:t>
            </a:r>
            <a:r>
              <a:rPr lang="en-US" sz="1000" b="1" spc="-70" baseline="0" dirty="0">
                <a:solidFill>
                  <a:srgbClr val="FFFF00"/>
                </a:solidFill>
                <a:latin typeface="+mn-lt"/>
                <a:cs typeface="Arial" pitchFamily="34" charset="0"/>
              </a:rPr>
              <a:t> </a:t>
            </a:r>
            <a:r>
              <a:rPr lang="sr-Latn-RS" sz="1000" spc="-70" baseline="0" dirty="0">
                <a:latin typeface="+mn-lt"/>
                <a:cs typeface="Arial" pitchFamily="34" charset="0"/>
              </a:rPr>
              <a:t>(Microsoft </a:t>
            </a:r>
            <a:r>
              <a:rPr lang="en-US" sz="1000" spc="-70" baseline="0" dirty="0">
                <a:latin typeface="+mn-lt"/>
                <a:cs typeface="Arial" pitchFamily="34" charset="0"/>
              </a:rPr>
              <a:t>did not have appropriate form</a:t>
            </a:r>
            <a:r>
              <a:rPr lang="sr-Latn-RS" sz="1000" spc="-70" baseline="0" dirty="0">
                <a:latin typeface="+mn-lt"/>
                <a:cs typeface="Arial" pitchFamily="34" charset="0"/>
              </a:rPr>
              <a:t>)</a:t>
            </a:r>
            <a:r>
              <a:rPr lang="en-US" sz="1000" spc="-70" baseline="0" dirty="0">
                <a:latin typeface="+mn-lt"/>
                <a:cs typeface="Arial" pitchFamily="34" charset="0"/>
              </a:rPr>
              <a:t>.</a:t>
            </a:r>
            <a:r>
              <a:rPr lang="sr-Latn-RS" sz="1000" spc="-70" baseline="0" dirty="0">
                <a:latin typeface="+mn-lt"/>
                <a:cs typeface="Arial" pitchFamily="34" charset="0"/>
              </a:rPr>
              <a:t> </a:t>
            </a:r>
            <a:r>
              <a:rPr lang="en-US" sz="1000" spc="-70" baseline="0" dirty="0">
                <a:latin typeface="+mn-lt"/>
                <a:cs typeface="Arial" pitchFamily="34" charset="0"/>
              </a:rPr>
              <a:t>The macros have been added to the</a:t>
            </a:r>
            <a:r>
              <a:rPr lang="sr-Latn-RS" sz="1000" spc="-70" baseline="0" dirty="0">
                <a:latin typeface="+mn-lt"/>
                <a:cs typeface="Arial" pitchFamily="34" charset="0"/>
              </a:rPr>
              <a:t> </a:t>
            </a:r>
            <a:r>
              <a:rPr lang="sr-Latn-RS" sz="1000" b="1" spc="-70" baseline="0" dirty="0">
                <a:latin typeface="+mn-lt"/>
                <a:cs typeface="Arial" pitchFamily="34" charset="0"/>
              </a:rPr>
              <a:t>Ribbon</a:t>
            </a:r>
            <a:r>
              <a:rPr lang="sr-Latn-RS" sz="1000" spc="-70" baseline="0" dirty="0">
                <a:latin typeface="+mn-lt"/>
                <a:cs typeface="Arial" pitchFamily="34" charset="0"/>
              </a:rPr>
              <a:t> </a:t>
            </a:r>
            <a:r>
              <a:rPr lang="en-US" sz="1000" spc="-70" baseline="0" dirty="0">
                <a:latin typeface="+mn-lt"/>
                <a:cs typeface="Arial" pitchFamily="34" charset="0"/>
              </a:rPr>
              <a:t>in</a:t>
            </a:r>
            <a:r>
              <a:rPr lang="sr-Latn-RS" sz="1000" spc="-70" baseline="0" dirty="0">
                <a:latin typeface="+mn-lt"/>
                <a:cs typeface="Arial" pitchFamily="34" charset="0"/>
              </a:rPr>
              <a:t> </a:t>
            </a:r>
            <a:r>
              <a:rPr lang="sr-Latn-RS" sz="1000" b="1" spc="-70" baseline="0" dirty="0">
                <a:latin typeface="+mn-lt"/>
                <a:cs typeface="Arial" pitchFamily="34" charset="0"/>
              </a:rPr>
              <a:t>Home</a:t>
            </a:r>
            <a:r>
              <a:rPr lang="en-US" sz="1000" b="1" spc="-70" baseline="0" dirty="0">
                <a:latin typeface="+mn-lt"/>
                <a:cs typeface="Arial" pitchFamily="34" charset="0"/>
              </a:rPr>
              <a:t> </a:t>
            </a:r>
            <a:r>
              <a:rPr lang="en-US" sz="1000" b="0" spc="-70" baseline="0" dirty="0">
                <a:latin typeface="+mn-lt"/>
                <a:cs typeface="Arial" pitchFamily="34" charset="0"/>
              </a:rPr>
              <a:t>tab</a:t>
            </a:r>
            <a:r>
              <a:rPr lang="sr-Latn-RS" sz="1000" b="1" spc="-70" baseline="0" dirty="0">
                <a:latin typeface="+mn-lt"/>
                <a:cs typeface="Arial" pitchFamily="34" charset="0"/>
              </a:rPr>
              <a:t> </a:t>
            </a:r>
            <a:r>
              <a:rPr lang="sr-Latn-RS" sz="1000" b="0" spc="-70" baseline="0" dirty="0">
                <a:latin typeface="+mn-lt"/>
                <a:cs typeface="Arial" pitchFamily="34" charset="0"/>
              </a:rPr>
              <a:t>(</a:t>
            </a:r>
            <a:r>
              <a:rPr lang="en-US" sz="1000" b="0" spc="-70" baseline="0" dirty="0">
                <a:latin typeface="+mn-lt"/>
                <a:cs typeface="Arial" pitchFamily="34" charset="0"/>
              </a:rPr>
              <a:t>after</a:t>
            </a:r>
            <a:r>
              <a:rPr lang="sr-Latn-RS" sz="1000" b="0" spc="-70" baseline="0" dirty="0">
                <a:latin typeface="+mn-lt"/>
                <a:cs typeface="Arial" pitchFamily="34" charset="0"/>
              </a:rPr>
              <a:t> </a:t>
            </a:r>
            <a:r>
              <a:rPr lang="sr-Latn-RS" sz="1000" b="1" spc="-70" baseline="0" dirty="0">
                <a:latin typeface="+mn-lt"/>
                <a:cs typeface="Arial" pitchFamily="34" charset="0"/>
              </a:rPr>
              <a:t>Editinig - </a:t>
            </a:r>
            <a:r>
              <a:rPr lang="en-US" sz="1000" spc="-70" baseline="0" dirty="0">
                <a:latin typeface="+mn-lt"/>
                <a:cs typeface="Arial" pitchFamily="34" charset="0"/>
              </a:rPr>
              <a:t>figure</a:t>
            </a:r>
            <a:r>
              <a:rPr lang="sr-Latn-RS" sz="1000" spc="-70" baseline="0" dirty="0">
                <a:latin typeface="+mn-lt"/>
                <a:cs typeface="Arial" pitchFamily="34" charset="0"/>
              </a:rPr>
              <a:t> </a:t>
            </a:r>
            <a:r>
              <a:rPr lang="en-US" sz="1000" spc="-70" baseline="0" dirty="0">
                <a:latin typeface="+mn-lt"/>
                <a:cs typeface="Arial" pitchFamily="34" charset="0"/>
              </a:rPr>
              <a:t>2</a:t>
            </a:r>
            <a:r>
              <a:rPr lang="sr-Latn-RS" sz="1000" spc="-70" baseline="0" dirty="0">
                <a:latin typeface="+mn-lt"/>
                <a:cs typeface="Arial" pitchFamily="34" charset="0"/>
              </a:rPr>
              <a:t>).</a:t>
            </a:r>
            <a:endParaRPr lang="en-US" sz="1000" spc="-70" baseline="0" dirty="0">
              <a:latin typeface="+mn-lt"/>
              <a:cs typeface="Arial" pitchFamily="34" charset="0"/>
            </a:endParaRPr>
          </a:p>
          <a:p>
            <a:pPr algn="just" defTabSz="3085565"/>
            <a:endParaRPr lang="sr-Latn-RS" sz="950" spc="-50" baseline="0" dirty="0">
              <a:latin typeface="+mn-lt"/>
              <a:cs typeface="Arial" pitchFamily="34" charset="0"/>
            </a:endParaRPr>
          </a:p>
          <a:p>
            <a:pPr algn="just" defTabSz="3085565"/>
            <a:endParaRPr lang="sr-Latn-RS" sz="950" baseline="0" dirty="0">
              <a:latin typeface="+mn-lt"/>
              <a:cs typeface="Arial" pitchFamily="34" charset="0"/>
            </a:endParaRPr>
          </a:p>
          <a:p>
            <a:pPr algn="just" defTabSz="3085565"/>
            <a:endParaRPr lang="sr-Latn-RS" sz="950" baseline="0" dirty="0">
              <a:latin typeface="+mn-lt"/>
              <a:cs typeface="Arial" pitchFamily="34" charset="0"/>
            </a:endParaRPr>
          </a:p>
          <a:p>
            <a:pPr algn="just" defTabSz="3085565"/>
            <a:endParaRPr lang="sr-Latn-RS" sz="950" baseline="0" dirty="0">
              <a:latin typeface="+mn-lt"/>
              <a:cs typeface="Arial" pitchFamily="34" charset="0"/>
            </a:endParaRPr>
          </a:p>
          <a:p>
            <a:pPr algn="just" defTabSz="3085565"/>
            <a:endParaRPr lang="sr-Latn-RS" sz="950" baseline="0" dirty="0">
              <a:latin typeface="+mn-lt"/>
              <a:cs typeface="Arial" pitchFamily="34" charset="0"/>
            </a:endParaRPr>
          </a:p>
          <a:p>
            <a:pPr algn="just" defTabSz="3085565"/>
            <a:endParaRPr lang="sr-Latn-RS" sz="950" baseline="0" dirty="0">
              <a:latin typeface="+mn-lt"/>
              <a:cs typeface="Arial" pitchFamily="34" charset="0"/>
            </a:endParaRPr>
          </a:p>
          <a:p>
            <a:pPr algn="just" defTabSz="3085565"/>
            <a:endParaRPr lang="sr-Latn-RS" sz="600" baseline="0" dirty="0">
              <a:latin typeface="+mn-lt"/>
              <a:cs typeface="Arial" pitchFamily="34" charset="0"/>
            </a:endParaRPr>
          </a:p>
          <a:p>
            <a:pPr algn="ctr" defTabSz="3085565"/>
            <a:r>
              <a:rPr lang="en-US" sz="950" i="1" baseline="0" dirty="0">
                <a:latin typeface="+mn-lt"/>
                <a:cs typeface="Arial" pitchFamily="34" charset="0"/>
              </a:rPr>
              <a:t>Figure</a:t>
            </a:r>
            <a:r>
              <a:rPr lang="sr-Latn-RS" sz="950" i="1" baseline="0" dirty="0">
                <a:latin typeface="+mn-lt"/>
                <a:cs typeface="Arial" pitchFamily="34" charset="0"/>
              </a:rPr>
              <a:t> </a:t>
            </a:r>
            <a:r>
              <a:rPr lang="en-US" sz="950" i="1" baseline="0" dirty="0">
                <a:latin typeface="+mn-lt"/>
                <a:cs typeface="Arial" pitchFamily="34" charset="0"/>
              </a:rPr>
              <a:t>2</a:t>
            </a:r>
            <a:endParaRPr lang="sr-Latn-RS" sz="950" i="1" baseline="0" dirty="0">
              <a:latin typeface="+mn-lt"/>
              <a:cs typeface="Arial" pitchFamily="34" charset="0"/>
            </a:endParaRPr>
          </a:p>
          <a:p>
            <a:pPr algn="just" defTabSz="3085565"/>
            <a:endParaRPr lang="sr-Latn-RS" sz="300" baseline="0" dirty="0">
              <a:latin typeface="+mn-lt"/>
              <a:cs typeface="Arial" pitchFamily="34" charset="0"/>
            </a:endParaRPr>
          </a:p>
          <a:p>
            <a:pPr algn="just" defTabSz="3085565"/>
            <a:r>
              <a:rPr lang="en-US" sz="1000" baseline="0" dirty="0">
                <a:latin typeface="+mn-lt"/>
                <a:cs typeface="Arial" pitchFamily="34" charset="0"/>
              </a:rPr>
              <a:t>After you have created all the slides it is enough just to click an </a:t>
            </a:r>
            <a:r>
              <a:rPr lang="sr-Latn-RS" sz="1000" b="1" baseline="0" dirty="0">
                <a:solidFill>
                  <a:srgbClr val="FFFF00"/>
                </a:solidFill>
                <a:latin typeface="+mn-lt"/>
                <a:cs typeface="Arial" pitchFamily="34" charset="0"/>
              </a:rPr>
              <a:t>Add slide number</a:t>
            </a:r>
            <a:r>
              <a:rPr lang="en-US" sz="1000" b="1" baseline="0" dirty="0">
                <a:solidFill>
                  <a:srgbClr val="FFFF00"/>
                </a:solidFill>
                <a:latin typeface="+mn-lt"/>
                <a:cs typeface="Arial" pitchFamily="34" charset="0"/>
              </a:rPr>
              <a:t> </a:t>
            </a:r>
            <a:r>
              <a:rPr lang="en-US" sz="1000" kern="1200" baseline="0" dirty="0">
                <a:solidFill>
                  <a:schemeClr val="lt1"/>
                </a:solidFill>
                <a:latin typeface="+mn-lt"/>
                <a:ea typeface="+mn-ea"/>
                <a:cs typeface="Arial" pitchFamily="34" charset="0"/>
              </a:rPr>
              <a:t>icon</a:t>
            </a:r>
            <a:r>
              <a:rPr lang="sr-Latn-RS" sz="1000" b="1" baseline="0" dirty="0">
                <a:latin typeface="+mn-lt"/>
                <a:cs typeface="Arial" pitchFamily="34" charset="0"/>
              </a:rPr>
              <a:t>,</a:t>
            </a:r>
            <a:r>
              <a:rPr lang="sr-Latn-RS" sz="1000" baseline="0" dirty="0">
                <a:latin typeface="+mn-lt"/>
                <a:cs typeface="Arial" pitchFamily="34" charset="0"/>
              </a:rPr>
              <a:t> </a:t>
            </a:r>
            <a:r>
              <a:rPr lang="en-US" sz="1000" baseline="0" dirty="0">
                <a:latin typeface="+mn-lt"/>
                <a:cs typeface="Arial" pitchFamily="34" charset="0"/>
              </a:rPr>
              <a:t>and the slide counter will appear in the bottom right corner</a:t>
            </a:r>
            <a:r>
              <a:rPr lang="sr-Latn-RS" sz="1000" baseline="0" dirty="0">
                <a:latin typeface="+mn-lt"/>
                <a:cs typeface="Arial" pitchFamily="34" charset="0"/>
              </a:rPr>
              <a:t> (</a:t>
            </a:r>
            <a:r>
              <a:rPr lang="en-US" sz="1000" baseline="0" dirty="0">
                <a:latin typeface="+mn-lt"/>
                <a:cs typeface="Arial" pitchFamily="34" charset="0"/>
              </a:rPr>
              <a:t>figure</a:t>
            </a:r>
            <a:r>
              <a:rPr lang="sr-Latn-RS" sz="1000" baseline="0" dirty="0">
                <a:latin typeface="+mn-lt"/>
                <a:cs typeface="Arial" pitchFamily="34" charset="0"/>
              </a:rPr>
              <a:t> </a:t>
            </a:r>
            <a:r>
              <a:rPr lang="en-US" sz="1000" baseline="0" dirty="0">
                <a:latin typeface="+mn-lt"/>
                <a:cs typeface="Arial" pitchFamily="34" charset="0"/>
              </a:rPr>
              <a:t>3</a:t>
            </a:r>
            <a:r>
              <a:rPr lang="sr-Latn-RS" sz="1000" baseline="0" dirty="0">
                <a:latin typeface="+mn-lt"/>
                <a:cs typeface="Arial" pitchFamily="34" charset="0"/>
              </a:rPr>
              <a:t>).</a:t>
            </a:r>
          </a:p>
          <a:p>
            <a:pPr algn="just" defTabSz="3085565"/>
            <a:endParaRPr lang="sr-Latn-RS" sz="950" baseline="0" dirty="0">
              <a:latin typeface="+mn-lt"/>
              <a:cs typeface="Arial" pitchFamily="34" charset="0"/>
            </a:endParaRPr>
          </a:p>
          <a:p>
            <a:pPr algn="just" defTabSz="3085565"/>
            <a:endParaRPr lang="sr-Latn-RS" sz="1200" baseline="0" dirty="0">
              <a:latin typeface="+mn-lt"/>
              <a:cs typeface="Arial" pitchFamily="34" charset="0"/>
            </a:endParaRPr>
          </a:p>
          <a:p>
            <a:pPr algn="just" defTabSz="3085565"/>
            <a:endParaRPr lang="sr-Latn-RS" sz="800" baseline="0" dirty="0">
              <a:latin typeface="+mn-lt"/>
              <a:cs typeface="Arial" pitchFamily="34" charset="0"/>
            </a:endParaRPr>
          </a:p>
          <a:p>
            <a:pPr marL="0" marR="0" indent="0" algn="ctr" defTabSz="3085565" rtl="0" eaLnBrk="1" fontAlgn="base" latinLnBrk="0" hangingPunct="1">
              <a:lnSpc>
                <a:spcPct val="100000"/>
              </a:lnSpc>
              <a:spcBef>
                <a:spcPct val="0"/>
              </a:spcBef>
              <a:spcAft>
                <a:spcPct val="0"/>
              </a:spcAft>
              <a:buClrTx/>
              <a:buSzTx/>
              <a:buFontTx/>
              <a:buNone/>
              <a:tabLst/>
              <a:defRPr/>
            </a:pPr>
            <a:r>
              <a:rPr lang="en-US" sz="950" i="1" baseline="0" dirty="0">
                <a:latin typeface="+mn-lt"/>
                <a:cs typeface="Arial" pitchFamily="34" charset="0"/>
              </a:rPr>
              <a:t>Figure</a:t>
            </a:r>
            <a:r>
              <a:rPr lang="sr-Latn-RS" sz="950" i="1" baseline="0" dirty="0">
                <a:latin typeface="+mn-lt"/>
                <a:cs typeface="Arial" pitchFamily="34" charset="0"/>
              </a:rPr>
              <a:t> </a:t>
            </a:r>
            <a:r>
              <a:rPr lang="en-US" sz="950" i="1" baseline="0" dirty="0">
                <a:latin typeface="+mn-lt"/>
                <a:cs typeface="Arial" pitchFamily="34" charset="0"/>
              </a:rPr>
              <a:t>3</a:t>
            </a:r>
          </a:p>
          <a:p>
            <a:pPr marL="0" marR="0" indent="0" algn="ctr" defTabSz="3085565" rtl="0" eaLnBrk="1" fontAlgn="base" latinLnBrk="0" hangingPunct="1">
              <a:lnSpc>
                <a:spcPct val="100000"/>
              </a:lnSpc>
              <a:spcBef>
                <a:spcPct val="0"/>
              </a:spcBef>
              <a:spcAft>
                <a:spcPct val="0"/>
              </a:spcAft>
              <a:buClrTx/>
              <a:buSzTx/>
              <a:buFontTx/>
              <a:buNone/>
              <a:tabLst/>
              <a:defRPr/>
            </a:pPr>
            <a:endParaRPr lang="en-US" sz="300" i="1" baseline="0" dirty="0">
              <a:latin typeface="+mn-lt"/>
              <a:cs typeface="Arial" pitchFamily="34" charset="0"/>
            </a:endParaRPr>
          </a:p>
          <a:p>
            <a:pPr marL="0" marR="0" indent="0" algn="just" defTabSz="3085565" rtl="0" eaLnBrk="1" fontAlgn="base" latinLnBrk="0" hangingPunct="1">
              <a:lnSpc>
                <a:spcPct val="100000"/>
              </a:lnSpc>
              <a:spcBef>
                <a:spcPct val="0"/>
              </a:spcBef>
              <a:spcAft>
                <a:spcPct val="0"/>
              </a:spcAft>
              <a:buClrTx/>
              <a:buSzTx/>
              <a:buFontTx/>
              <a:buNone/>
              <a:tabLst/>
              <a:defRPr/>
            </a:pPr>
            <a:r>
              <a:rPr lang="en-US" sz="1000" spc="-50" baseline="0" dirty="0">
                <a:latin typeface="Verdana" pitchFamily="34" charset="0"/>
                <a:ea typeface="Verdana" pitchFamily="34" charset="0"/>
                <a:cs typeface="Verdana" pitchFamily="34" charset="0"/>
              </a:rPr>
              <a:t>Dear Authors, please pay attention about the number of the slides in your presentation, especially when considering that the presentation time is limited to 15 minutes (12 minutes for presentation and 3 minutes for the questions). </a:t>
            </a:r>
            <a:r>
              <a:rPr lang="en-US" sz="1000" b="1" spc="-50" baseline="0" dirty="0">
                <a:solidFill>
                  <a:srgbClr val="FFFF00"/>
                </a:solidFill>
                <a:latin typeface="Verdana" pitchFamily="34" charset="0"/>
                <a:ea typeface="Verdana" pitchFamily="34" charset="0"/>
                <a:cs typeface="Verdana" pitchFamily="34" charset="0"/>
              </a:rPr>
              <a:t>The session chair will strictly uphold the time limit for the presentation.</a:t>
            </a:r>
            <a:endParaRPr lang="en-US" sz="1000" spc="-50" baseline="0" dirty="0">
              <a:latin typeface="Verdana" pitchFamily="34" charset="0"/>
              <a:ea typeface="Verdana" pitchFamily="34" charset="0"/>
              <a:cs typeface="Verdana" pitchFamily="34" charset="0"/>
            </a:endParaRPr>
          </a:p>
          <a:p>
            <a:pPr marL="0" marR="0" indent="0" algn="ctr" defTabSz="3085565" rtl="0" eaLnBrk="1" fontAlgn="base" latinLnBrk="0" hangingPunct="1">
              <a:lnSpc>
                <a:spcPct val="100000"/>
              </a:lnSpc>
              <a:spcBef>
                <a:spcPct val="0"/>
              </a:spcBef>
              <a:spcAft>
                <a:spcPct val="0"/>
              </a:spcAft>
              <a:buClrTx/>
              <a:buSzTx/>
              <a:buFontTx/>
              <a:buNone/>
              <a:tabLst/>
              <a:defRPr/>
            </a:pPr>
            <a:endParaRPr lang="en-US" sz="300" baseline="0" dirty="0">
              <a:latin typeface="+mn-lt"/>
              <a:cs typeface="Arial" pitchFamily="34" charset="0"/>
            </a:endParaRPr>
          </a:p>
          <a:p>
            <a:pPr marL="0" marR="0" indent="0" algn="ctr" defTabSz="3085565" rtl="0" eaLnBrk="1" fontAlgn="base" latinLnBrk="0" hangingPunct="1">
              <a:lnSpc>
                <a:spcPct val="100000"/>
              </a:lnSpc>
              <a:spcBef>
                <a:spcPct val="0"/>
              </a:spcBef>
              <a:spcAft>
                <a:spcPct val="0"/>
              </a:spcAft>
              <a:buClrTx/>
              <a:buSzTx/>
              <a:buFontTx/>
              <a:buNone/>
              <a:tabLst/>
              <a:defRPr/>
            </a:pPr>
            <a:endParaRPr lang="en-US" sz="300" baseline="0" dirty="0">
              <a:latin typeface="+mn-lt"/>
              <a:cs typeface="Arial" pitchFamily="34" charset="0"/>
            </a:endParaRPr>
          </a:p>
          <a:p>
            <a:pPr marL="0" marR="0" indent="0" algn="ctr" defTabSz="3085565" rtl="0" eaLnBrk="1" fontAlgn="base" latinLnBrk="0" hangingPunct="1">
              <a:lnSpc>
                <a:spcPct val="100000"/>
              </a:lnSpc>
              <a:spcBef>
                <a:spcPct val="0"/>
              </a:spcBef>
              <a:spcAft>
                <a:spcPct val="0"/>
              </a:spcAft>
              <a:buClrTx/>
              <a:buSzTx/>
              <a:buFontTx/>
              <a:buNone/>
              <a:tabLst/>
              <a:defRPr/>
            </a:pPr>
            <a:r>
              <a:rPr lang="en-US" sz="1000" baseline="0" dirty="0">
                <a:latin typeface="+mn-lt"/>
                <a:cs typeface="Arial" pitchFamily="34" charset="0"/>
              </a:rPr>
              <a:t>With kind regards,</a:t>
            </a:r>
          </a:p>
          <a:p>
            <a:pPr marL="0" marR="0" indent="0" algn="ctr" defTabSz="3085565" rtl="0" eaLnBrk="1" fontAlgn="base" latinLnBrk="0" hangingPunct="1">
              <a:lnSpc>
                <a:spcPct val="100000"/>
              </a:lnSpc>
              <a:spcBef>
                <a:spcPct val="0"/>
              </a:spcBef>
              <a:spcAft>
                <a:spcPct val="0"/>
              </a:spcAft>
              <a:buClrTx/>
              <a:buSzTx/>
              <a:buFontTx/>
              <a:buNone/>
              <a:tabLst/>
              <a:defRPr/>
            </a:pPr>
            <a:r>
              <a:rPr lang="nl-NL" sz="1000" baseline="0" dirty="0">
                <a:latin typeface="+mn-lt"/>
                <a:cs typeface="Arial" pitchFamily="34" charset="0"/>
              </a:rPr>
              <a:t>IEEE PES 2023 ISGT EU organizing team</a:t>
            </a:r>
            <a:r>
              <a:rPr lang="en-US" sz="1000" baseline="0" dirty="0">
                <a:latin typeface="+mn-lt"/>
                <a:cs typeface="Arial" pitchFamily="34" charset="0"/>
              </a:rPr>
              <a:t> </a:t>
            </a:r>
            <a:endParaRPr lang="sr-Latn-RS" sz="1000" baseline="0" dirty="0">
              <a:latin typeface="+mn-lt"/>
              <a:cs typeface="Arial" pitchFamily="34" charset="0"/>
            </a:endParaRPr>
          </a:p>
          <a:p>
            <a:pPr algn="just" defTabSz="3085565"/>
            <a:endParaRPr lang="sr-Latn-RS" sz="1000" dirty="0">
              <a:latin typeface="+mn-lt"/>
              <a:cs typeface="Arial" pitchFamily="34" charset="0"/>
            </a:endParaRPr>
          </a:p>
          <a:p>
            <a:pPr algn="just" defTabSz="3085565"/>
            <a:endParaRPr lang="sr-Latn-RS" sz="1000" dirty="0">
              <a:latin typeface="+mn-lt"/>
              <a:cs typeface="Arial" pitchFamily="34" charset="0"/>
            </a:endParaRPr>
          </a:p>
          <a:p>
            <a:pPr algn="just" defTabSz="3085565"/>
            <a:endParaRPr lang="sr-Latn-RS" sz="1000" dirty="0">
              <a:latin typeface="+mn-lt"/>
              <a:cs typeface="Arial" pitchFamily="34" charset="0"/>
            </a:endParaRPr>
          </a:p>
          <a:p>
            <a:pPr algn="just" defTabSz="3085565"/>
            <a:endParaRPr lang="sr-Latn-RS" sz="1000" dirty="0">
              <a:latin typeface="+mn-lt"/>
              <a:cs typeface="Arial" pitchFamily="34" charset="0"/>
            </a:endParaRPr>
          </a:p>
          <a:p>
            <a:pPr algn="just" defTabSz="3085565"/>
            <a:endParaRPr lang="en-US" sz="1000" dirty="0">
              <a:latin typeface="+mn-lt"/>
              <a:cs typeface="Arial" pitchFamily="34" charset="0"/>
            </a:endParaRPr>
          </a:p>
        </p:txBody>
      </p:sp>
      <p:pic>
        <p:nvPicPr>
          <p:cNvPr id="1027" name="Picture 3"/>
          <p:cNvPicPr>
            <a:picLocks noChangeAspect="1" noChangeArrowheads="1"/>
          </p:cNvPicPr>
          <p:nvPr userDrawn="1"/>
        </p:nvPicPr>
        <p:blipFill>
          <a:blip r:embed="rId13"/>
          <a:srcRect/>
          <a:stretch>
            <a:fillRect/>
          </a:stretch>
        </p:blipFill>
        <p:spPr bwMode="auto">
          <a:xfrm>
            <a:off x="-3082524" y="1571624"/>
            <a:ext cx="2658099" cy="266699"/>
          </a:xfrm>
          <a:prstGeom prst="rect">
            <a:avLst/>
          </a:prstGeom>
          <a:noFill/>
          <a:ln w="9525">
            <a:noFill/>
            <a:miter lim="800000"/>
            <a:headEnd/>
            <a:tailEnd/>
          </a:ln>
        </p:spPr>
      </p:pic>
      <p:pic>
        <p:nvPicPr>
          <p:cNvPr id="5" name="Picture 4"/>
          <p:cNvPicPr>
            <a:picLocks noChangeAspect="1" noChangeArrowheads="1"/>
          </p:cNvPicPr>
          <p:nvPr userDrawn="1"/>
        </p:nvPicPr>
        <p:blipFill>
          <a:blip r:embed="rId14"/>
          <a:srcRect/>
          <a:stretch>
            <a:fillRect/>
          </a:stretch>
        </p:blipFill>
        <p:spPr bwMode="auto">
          <a:xfrm>
            <a:off x="-2990850" y="3133725"/>
            <a:ext cx="2657475" cy="923925"/>
          </a:xfrm>
          <a:prstGeom prst="rect">
            <a:avLst/>
          </a:prstGeom>
          <a:noFill/>
          <a:ln w="9525">
            <a:noFill/>
            <a:miter lim="800000"/>
            <a:headEnd/>
            <a:tailEnd/>
          </a:ln>
        </p:spPr>
      </p:pic>
      <p:pic>
        <p:nvPicPr>
          <p:cNvPr id="2050" name="Picture 2"/>
          <p:cNvPicPr>
            <a:picLocks noChangeAspect="1" noChangeArrowheads="1"/>
          </p:cNvPicPr>
          <p:nvPr userDrawn="1"/>
        </p:nvPicPr>
        <p:blipFill>
          <a:blip r:embed="rId15"/>
          <a:srcRect/>
          <a:stretch>
            <a:fillRect/>
          </a:stretch>
        </p:blipFill>
        <p:spPr bwMode="auto">
          <a:xfrm>
            <a:off x="-2111619" y="4806462"/>
            <a:ext cx="800100" cy="4667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58" r:id="rId1"/>
    <p:sldLayoutId id="2147483756" r:id="rId2"/>
    <p:sldLayoutId id="2147483759" r:id="rId3"/>
    <p:sldLayoutId id="2147483748" r:id="rId4"/>
    <p:sldLayoutId id="2147483749" r:id="rId5"/>
    <p:sldLayoutId id="2147483750" r:id="rId6"/>
    <p:sldLayoutId id="2147483751" r:id="rId7"/>
    <p:sldLayoutId id="2147483752" r:id="rId8"/>
    <p:sldLayoutId id="2147483753" r:id="rId9"/>
    <p:sldLayoutId id="2147483754" r:id="rId10"/>
    <p:sldLayoutId id="2147483757" r:id="rId11"/>
  </p:sldLayoutIdLst>
  <p:hf hdr="0" ftr="0" dt="0"/>
  <p:txStyles>
    <p:titleStyle>
      <a:lvl1pPr algn="l" defTabSz="457200" rtl="0" eaLnBrk="0" fontAlgn="base" hangingPunct="0">
        <a:spcBef>
          <a:spcPct val="0"/>
        </a:spcBef>
        <a:spcAft>
          <a:spcPct val="0"/>
        </a:spcAft>
        <a:defRPr sz="3200" b="1" kern="1200">
          <a:solidFill>
            <a:schemeClr val="bg1"/>
          </a:solidFill>
          <a:latin typeface="+mj-lt"/>
          <a:ea typeface="MS PGothic" pitchFamily="34" charset="-128"/>
          <a:cs typeface="ＭＳ Ｐゴシック" charset="0"/>
        </a:defRPr>
      </a:lvl1pPr>
      <a:lvl2pPr algn="l" defTabSz="457200" rtl="0" eaLnBrk="0" fontAlgn="base" hangingPunct="0">
        <a:spcBef>
          <a:spcPct val="0"/>
        </a:spcBef>
        <a:spcAft>
          <a:spcPct val="0"/>
        </a:spcAft>
        <a:defRPr sz="3200" b="1">
          <a:solidFill>
            <a:schemeClr val="bg1"/>
          </a:solidFill>
          <a:latin typeface="Verdana" charset="0"/>
          <a:ea typeface="MS PGothic" pitchFamily="34" charset="-128"/>
          <a:cs typeface="ＭＳ Ｐゴシック" charset="0"/>
        </a:defRPr>
      </a:lvl2pPr>
      <a:lvl3pPr algn="l" defTabSz="457200" rtl="0" eaLnBrk="0" fontAlgn="base" hangingPunct="0">
        <a:spcBef>
          <a:spcPct val="0"/>
        </a:spcBef>
        <a:spcAft>
          <a:spcPct val="0"/>
        </a:spcAft>
        <a:defRPr sz="3200" b="1">
          <a:solidFill>
            <a:schemeClr val="bg1"/>
          </a:solidFill>
          <a:latin typeface="Verdana" charset="0"/>
          <a:ea typeface="MS PGothic" pitchFamily="34" charset="-128"/>
          <a:cs typeface="ＭＳ Ｐゴシック" charset="0"/>
        </a:defRPr>
      </a:lvl3pPr>
      <a:lvl4pPr algn="l" defTabSz="457200" rtl="0" eaLnBrk="0" fontAlgn="base" hangingPunct="0">
        <a:spcBef>
          <a:spcPct val="0"/>
        </a:spcBef>
        <a:spcAft>
          <a:spcPct val="0"/>
        </a:spcAft>
        <a:defRPr sz="3200" b="1">
          <a:solidFill>
            <a:schemeClr val="bg1"/>
          </a:solidFill>
          <a:latin typeface="Verdana" charset="0"/>
          <a:ea typeface="MS PGothic" pitchFamily="34" charset="-128"/>
          <a:cs typeface="ＭＳ Ｐゴシック" charset="0"/>
        </a:defRPr>
      </a:lvl4pPr>
      <a:lvl5pPr algn="l" defTabSz="457200" rtl="0" eaLnBrk="0" fontAlgn="base" hangingPunct="0">
        <a:spcBef>
          <a:spcPct val="0"/>
        </a:spcBef>
        <a:spcAft>
          <a:spcPct val="0"/>
        </a:spcAft>
        <a:defRPr sz="3200" b="1">
          <a:solidFill>
            <a:schemeClr val="bg1"/>
          </a:solidFill>
          <a:latin typeface="Verdana" charset="0"/>
          <a:ea typeface="MS PGothic" pitchFamily="34" charset="-128"/>
          <a:cs typeface="ＭＳ Ｐゴシック" charset="0"/>
        </a:defRPr>
      </a:lvl5pPr>
      <a:lvl6pPr marL="4572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6pPr>
      <a:lvl7pPr marL="9144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7pPr>
      <a:lvl8pPr marL="13716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8pPr>
      <a:lvl9pPr marL="1828800" algn="l" defTabSz="457200" rtl="0" eaLnBrk="1" fontAlgn="base" hangingPunct="1">
        <a:spcBef>
          <a:spcPct val="0"/>
        </a:spcBef>
        <a:spcAft>
          <a:spcPct val="0"/>
        </a:spcAft>
        <a:defRPr sz="3200" b="1">
          <a:solidFill>
            <a:schemeClr val="bg1"/>
          </a:solidFill>
          <a:latin typeface="Verdana" charset="0"/>
          <a:ea typeface="ＭＳ Ｐゴシック" charset="0"/>
          <a:cs typeface="ＭＳ Ｐゴシック" charset="0"/>
        </a:defRPr>
      </a:lvl9pPr>
    </p:titleStyle>
    <p:bodyStyle>
      <a:lvl1pPr marL="346075" indent="-346075" algn="l" defTabSz="457200" rtl="0" eaLnBrk="0" fontAlgn="base" hangingPunct="0">
        <a:spcBef>
          <a:spcPts val="1800"/>
        </a:spcBef>
        <a:spcAft>
          <a:spcPct val="0"/>
        </a:spcAft>
        <a:buSzPct val="135000"/>
        <a:buBlip>
          <a:blip r:embed="rId16"/>
        </a:buBlip>
        <a:defRPr sz="2400" kern="1200">
          <a:solidFill>
            <a:schemeClr val="bg1"/>
          </a:solidFill>
          <a:latin typeface="+mn-lt"/>
          <a:ea typeface="MS PGothic" pitchFamily="34" charset="-128"/>
          <a:cs typeface="ＭＳ Ｐゴシック" charset="0"/>
        </a:defRPr>
      </a:lvl1pPr>
      <a:lvl2pPr marL="593725" indent="-182563" algn="l" defTabSz="457200" rtl="0" eaLnBrk="0" fontAlgn="base" hangingPunct="0">
        <a:spcBef>
          <a:spcPts val="800"/>
        </a:spcBef>
        <a:spcAft>
          <a:spcPct val="0"/>
        </a:spcAft>
        <a:buClr>
          <a:srgbClr val="595959"/>
        </a:buClr>
        <a:buFont typeface="Lucida Grande"/>
        <a:buChar char="–"/>
        <a:defRPr sz="2000" kern="1200">
          <a:solidFill>
            <a:schemeClr val="bg1"/>
          </a:solidFill>
          <a:latin typeface="+mn-lt"/>
          <a:ea typeface="MS PGothic" pitchFamily="34" charset="-128"/>
          <a:cs typeface="+mn-cs"/>
        </a:defRPr>
      </a:lvl2pPr>
      <a:lvl3pPr marL="822325" indent="-182563" algn="l" defTabSz="457200" rtl="0" eaLnBrk="0" fontAlgn="base" hangingPunct="0">
        <a:spcBef>
          <a:spcPts val="700"/>
        </a:spcBef>
        <a:spcAft>
          <a:spcPct val="0"/>
        </a:spcAft>
        <a:buClr>
          <a:srgbClr val="595959"/>
        </a:buClr>
        <a:buFont typeface="Wingdings" pitchFamily="2" charset="2"/>
        <a:buChar char="§"/>
        <a:defRPr kern="1200">
          <a:solidFill>
            <a:schemeClr val="bg1"/>
          </a:solidFill>
          <a:latin typeface="+mn-lt"/>
          <a:ea typeface="MS PGothic" pitchFamily="34" charset="-128"/>
          <a:cs typeface="+mn-cs"/>
        </a:defRPr>
      </a:lvl3pPr>
      <a:lvl4pPr marL="1050925" indent="-182563" algn="l" defTabSz="457200" rtl="0" eaLnBrk="0" fontAlgn="base" hangingPunct="0">
        <a:spcBef>
          <a:spcPts val="600"/>
        </a:spcBef>
        <a:spcAft>
          <a:spcPct val="0"/>
        </a:spcAft>
        <a:buClr>
          <a:srgbClr val="595959"/>
        </a:buClr>
        <a:buFont typeface="Arial" pitchFamily="34" charset="0"/>
        <a:buChar char="–"/>
        <a:defRPr sz="1600" kern="1200">
          <a:solidFill>
            <a:schemeClr val="bg1"/>
          </a:solidFill>
          <a:latin typeface="+mn-lt"/>
          <a:ea typeface="MS PGothic" pitchFamily="34" charset="-128"/>
          <a:cs typeface="+mn-cs"/>
        </a:defRPr>
      </a:lvl4pPr>
      <a:lvl5pPr marL="1233488" indent="-182563" algn="l" defTabSz="457200" rtl="0" eaLnBrk="0" fontAlgn="base" hangingPunct="0">
        <a:spcBef>
          <a:spcPts val="600"/>
        </a:spcBef>
        <a:spcAft>
          <a:spcPct val="0"/>
        </a:spcAft>
        <a:buClr>
          <a:srgbClr val="7F7F7F"/>
        </a:buClr>
        <a:buFont typeface="Wingdings" pitchFamily="2" charset="2"/>
        <a:buChar char="§"/>
        <a:defRPr sz="1600" kern="1200">
          <a:solidFill>
            <a:schemeClr val="bg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45292" y="2304489"/>
            <a:ext cx="7909316" cy="765053"/>
          </a:xfrm>
        </p:spPr>
        <p:txBody>
          <a:bodyPr/>
          <a:lstStyle/>
          <a:p>
            <a:pPr algn="ctr" eaLnBrk="1" hangingPunct="1">
              <a:defRPr/>
            </a:pPr>
            <a:r>
              <a:rPr lang="en-US" sz="3600" dirty="0"/>
              <a:t>LSTN: A Linear Model of </a:t>
            </a:r>
            <a:br>
              <a:rPr lang="en-US" sz="3600" dirty="0"/>
            </a:br>
            <a:r>
              <a:rPr lang="en-US" sz="3600" dirty="0"/>
              <a:t>Industrial Production Process for Demand Response</a:t>
            </a:r>
            <a:endParaRPr lang="en-GB" sz="3600" dirty="0"/>
          </a:p>
        </p:txBody>
      </p:sp>
      <p:sp>
        <p:nvSpPr>
          <p:cNvPr id="5124" name="Subtitle 4"/>
          <p:cNvSpPr>
            <a:spLocks noGrp="1"/>
          </p:cNvSpPr>
          <p:nvPr>
            <p:ph type="subTitle" idx="1"/>
          </p:nvPr>
        </p:nvSpPr>
        <p:spPr>
          <a:xfrm>
            <a:off x="773896" y="4136556"/>
            <a:ext cx="7909316" cy="429768"/>
          </a:xfrm>
        </p:spPr>
        <p:txBody>
          <a:bodyPr/>
          <a:lstStyle/>
          <a:p>
            <a:pPr algn="ctr" eaLnBrk="1" hangingPunct="1">
              <a:buFont typeface="Wingdings" pitchFamily="2" charset="2"/>
              <a:buNone/>
            </a:pPr>
            <a:r>
              <a:rPr lang="en-US" sz="2400" b="1" dirty="0">
                <a:latin typeface="Verdana" pitchFamily="34" charset="0"/>
              </a:rPr>
              <a:t>Ruike Lyu, </a:t>
            </a:r>
            <a:r>
              <a:rPr lang="en-US" sz="2400" b="1" dirty="0" err="1">
                <a:latin typeface="Verdana" pitchFamily="34" charset="0"/>
              </a:rPr>
              <a:t>Hongye</a:t>
            </a:r>
            <a:r>
              <a:rPr lang="en-US" sz="2400" b="1" dirty="0">
                <a:latin typeface="Verdana" pitchFamily="34" charset="0"/>
              </a:rPr>
              <a:t> Guo, </a:t>
            </a:r>
            <a:r>
              <a:rPr lang="en-US" sz="2400" b="1" dirty="0" err="1">
                <a:latin typeface="Verdana" pitchFamily="34" charset="0"/>
              </a:rPr>
              <a:t>Qixin</a:t>
            </a:r>
            <a:r>
              <a:rPr lang="en-US" sz="2400" b="1" dirty="0">
                <a:latin typeface="Verdana" pitchFamily="34" charset="0"/>
              </a:rPr>
              <a:t> Chen et al.</a:t>
            </a:r>
            <a:endParaRPr lang="en-GB" sz="2400" b="1" baseline="30000" dirty="0">
              <a:latin typeface="Verdana" pitchFamily="34" charset="0"/>
            </a:endParaRPr>
          </a:p>
        </p:txBody>
      </p:sp>
      <p:sp>
        <p:nvSpPr>
          <p:cNvPr id="5125" name="Text Placeholder 5"/>
          <p:cNvSpPr>
            <a:spLocks noGrp="1"/>
          </p:cNvSpPr>
          <p:nvPr>
            <p:ph type="body" sz="quarter" idx="13"/>
          </p:nvPr>
        </p:nvSpPr>
        <p:spPr>
          <a:xfrm>
            <a:off x="765190" y="4807090"/>
            <a:ext cx="7918022" cy="378005"/>
          </a:xfrm>
        </p:spPr>
        <p:txBody>
          <a:bodyPr/>
          <a:lstStyle/>
          <a:p>
            <a:pPr algn="ctr" eaLnBrk="1" hangingPunct="1"/>
            <a:r>
              <a:rPr lang="en-US" sz="2000" dirty="0">
                <a:latin typeface="Verdana" pitchFamily="34" charset="0"/>
              </a:rPr>
              <a:t>Department of Electrical Engineering, </a:t>
            </a:r>
          </a:p>
          <a:p>
            <a:pPr algn="ctr" eaLnBrk="1" hangingPunct="1"/>
            <a:r>
              <a:rPr lang="en-US" sz="2000" dirty="0">
                <a:latin typeface="Verdana" pitchFamily="34" charset="0"/>
              </a:rPr>
              <a:t>Tsinghua University, Beijing, China</a:t>
            </a:r>
            <a:endParaRPr lang="en-GB" sz="2000" dirty="0">
              <a:latin typeface="Verdana" pitchFamily="34" charset="0"/>
            </a:endParaRPr>
          </a:p>
        </p:txBody>
      </p:sp>
      <p:sp>
        <p:nvSpPr>
          <p:cNvPr id="5126" name="Rectangle 3"/>
          <p:cNvSpPr txBox="1">
            <a:spLocks noChangeArrowheads="1"/>
          </p:cNvSpPr>
          <p:nvPr/>
        </p:nvSpPr>
        <p:spPr bwMode="auto">
          <a:xfrm>
            <a:off x="0" y="5703279"/>
            <a:ext cx="2084388" cy="309562"/>
          </a:xfrm>
          <a:prstGeom prst="rect">
            <a:avLst/>
          </a:prstGeom>
          <a:solidFill>
            <a:schemeClr val="bg1"/>
          </a:solidFill>
          <a:ln w="9525">
            <a:noFill/>
            <a:miter lim="800000"/>
            <a:headEnd/>
            <a:tailEnd/>
          </a:ln>
        </p:spPr>
        <p:txBody>
          <a:bodyPr/>
          <a:lstStyle/>
          <a:p>
            <a:pPr algn="ctr" eaLnBrk="0" hangingPunct="0">
              <a:lnSpc>
                <a:spcPct val="90000"/>
              </a:lnSpc>
              <a:spcBef>
                <a:spcPts val="1800"/>
              </a:spcBef>
              <a:buSzPct val="135000"/>
              <a:buFont typeface="Wingdings" pitchFamily="2" charset="2"/>
              <a:buNone/>
            </a:pPr>
            <a:r>
              <a:rPr lang="en-US" sz="1600" b="1" dirty="0">
                <a:solidFill>
                  <a:srgbClr val="5B1D76"/>
                </a:solidFill>
              </a:rPr>
              <a:t>Paper №: A8709RL</a:t>
            </a:r>
          </a:p>
        </p:txBody>
      </p:sp>
      <p:sp>
        <p:nvSpPr>
          <p:cNvPr id="8" name="灯片编号占位符 1">
            <a:extLst>
              <a:ext uri="{FF2B5EF4-FFF2-40B4-BE49-F238E27FC236}">
                <a16:creationId xmlns:a16="http://schemas.microsoft.com/office/drawing/2014/main" id="{C8DDBE69-46FB-4782-92FF-398F2BBD9229}"/>
              </a:ext>
            </a:extLst>
          </p:cNvPr>
          <p:cNvSpPr txBox="1">
            <a:spLocks/>
          </p:cNvSpPr>
          <p:nvPr/>
        </p:nvSpPr>
        <p:spPr>
          <a:xfrm>
            <a:off x="8229600" y="6428233"/>
            <a:ext cx="682216" cy="429768"/>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cs typeface="+mn-ea"/>
                <a:sym typeface="+mn-lt"/>
              </a:rPr>
              <a:pPr algn="r" defTabSz="914400" fontAlgn="auto">
                <a:spcBef>
                  <a:spcPts val="0"/>
                </a:spcBef>
                <a:spcAft>
                  <a:spcPts val="0"/>
                </a:spcAft>
                <a:defRPr/>
              </a:pPr>
              <a:t>1</a:t>
            </a:fld>
            <a:r>
              <a:rPr lang="en-US" altLang="zh-CN" sz="1400" dirty="0">
                <a:cs typeface="+mn-ea"/>
                <a:sym typeface="+mn-lt"/>
              </a:rPr>
              <a:t>/9</a:t>
            </a:r>
            <a:endParaRPr lang="zh-CN" altLang="en-US" sz="1400" dirty="0">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Introduction</a:t>
            </a:r>
          </a:p>
        </p:txBody>
      </p:sp>
      <p:pic>
        <p:nvPicPr>
          <p:cNvPr id="40" name="内容占位符 39">
            <a:extLst>
              <a:ext uri="{FF2B5EF4-FFF2-40B4-BE49-F238E27FC236}">
                <a16:creationId xmlns:a16="http://schemas.microsoft.com/office/drawing/2014/main" id="{5D5E08B6-05CE-42E6-B054-E0D84B0707B4}"/>
              </a:ext>
            </a:extLst>
          </p:cNvPr>
          <p:cNvPicPr>
            <a:picLocks noGrp="1" noChangeAspect="1"/>
          </p:cNvPicPr>
          <p:nvPr>
            <p:ph sz="quarter" idx="14"/>
          </p:nvPr>
        </p:nvPicPr>
        <p:blipFill>
          <a:blip r:embed="rId2"/>
          <a:stretch>
            <a:fillRect/>
          </a:stretch>
        </p:blipFill>
        <p:spPr>
          <a:xfrm>
            <a:off x="559017" y="3777981"/>
            <a:ext cx="3507628" cy="1813732"/>
          </a:xfrm>
          <a:prstGeom prst="rect">
            <a:avLst/>
          </a:prstGeom>
        </p:spPr>
      </p:pic>
      <p:grpSp>
        <p:nvGrpSpPr>
          <p:cNvPr id="5" name="组合 4">
            <a:extLst>
              <a:ext uri="{FF2B5EF4-FFF2-40B4-BE49-F238E27FC236}">
                <a16:creationId xmlns:a16="http://schemas.microsoft.com/office/drawing/2014/main" id="{094FE8DF-5C70-4B03-96BA-08273A69D9C7}"/>
              </a:ext>
            </a:extLst>
          </p:cNvPr>
          <p:cNvGrpSpPr/>
          <p:nvPr/>
        </p:nvGrpSpPr>
        <p:grpSpPr>
          <a:xfrm>
            <a:off x="243145" y="947856"/>
            <a:ext cx="4523391" cy="2350041"/>
            <a:chOff x="460223" y="2055691"/>
            <a:chExt cx="6290841" cy="3282669"/>
          </a:xfrm>
        </p:grpSpPr>
        <p:grpSp>
          <p:nvGrpSpPr>
            <p:cNvPr id="6" name="组合 5">
              <a:extLst>
                <a:ext uri="{FF2B5EF4-FFF2-40B4-BE49-F238E27FC236}">
                  <a16:creationId xmlns:a16="http://schemas.microsoft.com/office/drawing/2014/main" id="{126E11A6-814A-4B4B-B06A-9116277988CC}"/>
                </a:ext>
              </a:extLst>
            </p:cNvPr>
            <p:cNvGrpSpPr/>
            <p:nvPr/>
          </p:nvGrpSpPr>
          <p:grpSpPr>
            <a:xfrm>
              <a:off x="460223" y="2254800"/>
              <a:ext cx="5884891" cy="3083560"/>
              <a:chOff x="4343734" y="2769480"/>
              <a:chExt cx="4517188" cy="2919195"/>
            </a:xfrm>
          </p:grpSpPr>
          <p:graphicFrame>
            <p:nvGraphicFramePr>
              <p:cNvPr id="14" name="图表 13">
                <a:extLst>
                  <a:ext uri="{FF2B5EF4-FFF2-40B4-BE49-F238E27FC236}">
                    <a16:creationId xmlns:a16="http://schemas.microsoft.com/office/drawing/2014/main" id="{A58F42DB-9427-4E00-8E10-C0A5420DC27F}"/>
                  </a:ext>
                </a:extLst>
              </p:cNvPr>
              <p:cNvGraphicFramePr/>
              <p:nvPr/>
            </p:nvGraphicFramePr>
            <p:xfrm>
              <a:off x="4343734" y="2769480"/>
              <a:ext cx="4277599" cy="2919195"/>
            </p:xfrm>
            <a:graphic>
              <a:graphicData uri="http://schemas.openxmlformats.org/drawingml/2006/chart">
                <c:chart xmlns:c="http://schemas.openxmlformats.org/drawingml/2006/chart" xmlns:r="http://schemas.openxmlformats.org/officeDocument/2006/relationships" r:id="rId3"/>
              </a:graphicData>
            </a:graphic>
          </p:graphicFrame>
          <p:sp>
            <p:nvSpPr>
              <p:cNvPr id="15" name="文本框 14">
                <a:extLst>
                  <a:ext uri="{FF2B5EF4-FFF2-40B4-BE49-F238E27FC236}">
                    <a16:creationId xmlns:a16="http://schemas.microsoft.com/office/drawing/2014/main" id="{A913FC6C-16B6-46E3-B4A1-DF65E7880152}"/>
                  </a:ext>
                </a:extLst>
              </p:cNvPr>
              <p:cNvSpPr txBox="1"/>
              <p:nvPr/>
            </p:nvSpPr>
            <p:spPr bwMode="auto">
              <a:xfrm>
                <a:off x="6749701" y="3318496"/>
                <a:ext cx="2062479" cy="366303"/>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rPr>
                  <a:t>10452</a:t>
                </a:r>
                <a:r>
                  <a:rPr lang="en-US" altLang="zh-CN" sz="1200" kern="0" dirty="0">
                    <a:solidFill>
                      <a:prstClr val="black">
                        <a:lumMod val="75000"/>
                        <a:lumOff val="25000"/>
                      </a:prstClr>
                    </a:solidFill>
                    <a:latin typeface="微软雅黑" panose="020B0503020204020204" pitchFamily="34" charset="-122"/>
                  </a:rPr>
                  <a:t>0 MW</a:t>
                </a:r>
                <a:endParaRPr kumimoji="0" lang="en-US" altLang="zh-CN"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ndParaRPr>
              </a:p>
            </p:txBody>
          </p:sp>
          <p:sp>
            <p:nvSpPr>
              <p:cNvPr id="16" name="文本框 15">
                <a:extLst>
                  <a:ext uri="{FF2B5EF4-FFF2-40B4-BE49-F238E27FC236}">
                    <a16:creationId xmlns:a16="http://schemas.microsoft.com/office/drawing/2014/main" id="{3F53555E-525A-42BA-B5EA-AB097B5E7E50}"/>
                  </a:ext>
                </a:extLst>
              </p:cNvPr>
              <p:cNvSpPr txBox="1"/>
              <p:nvPr/>
            </p:nvSpPr>
            <p:spPr bwMode="auto">
              <a:xfrm>
                <a:off x="6798443" y="4815487"/>
                <a:ext cx="2062479" cy="366303"/>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rPr>
                  <a:t>594</a:t>
                </a:r>
                <a:r>
                  <a:rPr lang="en-US" altLang="zh-CN" sz="1200" kern="0" dirty="0">
                    <a:solidFill>
                      <a:prstClr val="black">
                        <a:lumMod val="75000"/>
                        <a:lumOff val="25000"/>
                      </a:prstClr>
                    </a:solidFill>
                    <a:latin typeface="微软雅黑" panose="020B0503020204020204" pitchFamily="34" charset="-122"/>
                  </a:rPr>
                  <a:t>0</a:t>
                </a:r>
                <a:r>
                  <a:rPr lang="zh-CN" altLang="en-US" sz="1200" kern="0" dirty="0">
                    <a:solidFill>
                      <a:prstClr val="black">
                        <a:lumMod val="75000"/>
                        <a:lumOff val="25000"/>
                      </a:prstClr>
                    </a:solidFill>
                    <a:latin typeface="微软雅黑" panose="020B0503020204020204" pitchFamily="34" charset="-122"/>
                  </a:rPr>
                  <a:t> </a:t>
                </a:r>
                <a:r>
                  <a:rPr lang="en-US" altLang="zh-CN" sz="1200" kern="0" dirty="0">
                    <a:solidFill>
                      <a:prstClr val="black">
                        <a:lumMod val="75000"/>
                        <a:lumOff val="25000"/>
                      </a:prstClr>
                    </a:solidFill>
                    <a:latin typeface="微软雅黑" panose="020B0503020204020204" pitchFamily="34" charset="-122"/>
                  </a:rPr>
                  <a:t>MW</a:t>
                </a:r>
                <a:endParaRPr kumimoji="0" lang="en-US" altLang="zh-CN"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ndParaRPr>
              </a:p>
            </p:txBody>
          </p:sp>
        </p:grpSp>
        <p:grpSp>
          <p:nvGrpSpPr>
            <p:cNvPr id="7" name="组合 6">
              <a:extLst>
                <a:ext uri="{FF2B5EF4-FFF2-40B4-BE49-F238E27FC236}">
                  <a16:creationId xmlns:a16="http://schemas.microsoft.com/office/drawing/2014/main" id="{1BAF7F20-5AE2-492A-8AE1-D3B3A2E4A763}"/>
                </a:ext>
              </a:extLst>
            </p:cNvPr>
            <p:cNvGrpSpPr/>
            <p:nvPr/>
          </p:nvGrpSpPr>
          <p:grpSpPr>
            <a:xfrm>
              <a:off x="1128650" y="2055691"/>
              <a:ext cx="5622414" cy="652491"/>
              <a:chOff x="1892716" y="6401093"/>
              <a:chExt cx="5622414" cy="652491"/>
            </a:xfrm>
          </p:grpSpPr>
          <p:sp>
            <p:nvSpPr>
              <p:cNvPr id="10" name="文本框 9">
                <a:extLst>
                  <a:ext uri="{FF2B5EF4-FFF2-40B4-BE49-F238E27FC236}">
                    <a16:creationId xmlns:a16="http://schemas.microsoft.com/office/drawing/2014/main" id="{38944205-B4A0-4DF3-A381-9B85D8D20788}"/>
                  </a:ext>
                </a:extLst>
              </p:cNvPr>
              <p:cNvSpPr txBox="1"/>
              <p:nvPr/>
            </p:nvSpPr>
            <p:spPr bwMode="auto">
              <a:xfrm>
                <a:off x="2098346" y="6408704"/>
                <a:ext cx="2323882" cy="644880"/>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rPr>
                  <a:t>Electricity load</a:t>
                </a:r>
                <a:r>
                  <a:rPr lang="zh-CN" altLang="en-US" sz="1200" kern="0" dirty="0">
                    <a:solidFill>
                      <a:prstClr val="black">
                        <a:lumMod val="75000"/>
                        <a:lumOff val="25000"/>
                      </a:prstClr>
                    </a:solidFill>
                    <a:latin typeface="微软雅黑" panose="020B0503020204020204" pitchFamily="34" charset="-122"/>
                  </a:rPr>
                  <a:t> </a:t>
                </a:r>
                <a:r>
                  <a:rPr lang="en-US" altLang="zh-CN" sz="1200" kern="0" dirty="0">
                    <a:solidFill>
                      <a:prstClr val="black">
                        <a:lumMod val="75000"/>
                        <a:lumOff val="25000"/>
                      </a:prstClr>
                    </a:solidFill>
                    <a:latin typeface="微软雅黑" panose="020B0503020204020204" pitchFamily="34" charset="-122"/>
                  </a:rPr>
                  <a:t>(10MW)</a:t>
                </a:r>
                <a:endParaRPr kumimoji="0" lang="zh-CN" altLang="en-US"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ndParaRPr>
              </a:p>
            </p:txBody>
          </p:sp>
          <p:sp>
            <p:nvSpPr>
              <p:cNvPr id="11" name="文本框 10">
                <a:extLst>
                  <a:ext uri="{FF2B5EF4-FFF2-40B4-BE49-F238E27FC236}">
                    <a16:creationId xmlns:a16="http://schemas.microsoft.com/office/drawing/2014/main" id="{3593E78D-3487-4218-BB24-92BB8F0E2899}"/>
                  </a:ext>
                </a:extLst>
              </p:cNvPr>
              <p:cNvSpPr txBox="1"/>
              <p:nvPr/>
            </p:nvSpPr>
            <p:spPr bwMode="auto">
              <a:xfrm>
                <a:off x="4309674" y="6401093"/>
                <a:ext cx="3205456" cy="644880"/>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rPr>
                  <a:t>Output of wind/PV power (10MW)</a:t>
                </a:r>
              </a:p>
            </p:txBody>
          </p:sp>
          <p:sp>
            <p:nvSpPr>
              <p:cNvPr id="12" name="矩形 11">
                <a:extLst>
                  <a:ext uri="{FF2B5EF4-FFF2-40B4-BE49-F238E27FC236}">
                    <a16:creationId xmlns:a16="http://schemas.microsoft.com/office/drawing/2014/main" id="{98DDE421-462D-4A10-BCBD-B604A6A8D9B6}"/>
                  </a:ext>
                </a:extLst>
              </p:cNvPr>
              <p:cNvSpPr/>
              <p:nvPr/>
            </p:nvSpPr>
            <p:spPr bwMode="auto">
              <a:xfrm flipV="1">
                <a:off x="1892716" y="6544056"/>
                <a:ext cx="252000" cy="36000"/>
              </a:xfrm>
              <a:prstGeom prst="rect">
                <a:avLst/>
              </a:prstGeom>
              <a:solidFill>
                <a:srgbClr val="026FBE"/>
              </a:solidFill>
              <a:ln w="12700" cap="flat" cmpd="sng" algn="ctr">
                <a:noFill/>
                <a:prstDash val="solid"/>
                <a:miter lim="800000"/>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28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a:cs typeface="Times New Roman" panose="02020603050405020304"/>
                </a:endParaRPr>
              </a:p>
            </p:txBody>
          </p:sp>
          <p:sp>
            <p:nvSpPr>
              <p:cNvPr id="13" name="矩形 12">
                <a:extLst>
                  <a:ext uri="{FF2B5EF4-FFF2-40B4-BE49-F238E27FC236}">
                    <a16:creationId xmlns:a16="http://schemas.microsoft.com/office/drawing/2014/main" id="{2735C517-3C76-4313-8E43-21152FC3B23B}"/>
                  </a:ext>
                </a:extLst>
              </p:cNvPr>
              <p:cNvSpPr/>
              <p:nvPr/>
            </p:nvSpPr>
            <p:spPr bwMode="auto">
              <a:xfrm flipV="1">
                <a:off x="4102676" y="6544056"/>
                <a:ext cx="252000" cy="36000"/>
              </a:xfrm>
              <a:prstGeom prst="rect">
                <a:avLst/>
              </a:prstGeom>
              <a:solidFill>
                <a:srgbClr val="FF6600"/>
              </a:solidFill>
              <a:ln w="12700" cap="flat" cmpd="sng" algn="ctr">
                <a:solidFill>
                  <a:srgbClr val="FF6600"/>
                </a:solidFill>
                <a:prstDash val="solid"/>
                <a:miter lim="800000"/>
              </a:ln>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28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a:cs typeface="Times New Roman" panose="02020603050405020304"/>
                </a:endParaRPr>
              </a:p>
            </p:txBody>
          </p:sp>
        </p:grpSp>
        <p:cxnSp>
          <p:nvCxnSpPr>
            <p:cNvPr id="8" name="直接连接符 7">
              <a:extLst>
                <a:ext uri="{FF2B5EF4-FFF2-40B4-BE49-F238E27FC236}">
                  <a16:creationId xmlns:a16="http://schemas.microsoft.com/office/drawing/2014/main" id="{2DA3B395-4173-4A94-92F0-7FBEB370BD68}"/>
                </a:ext>
              </a:extLst>
            </p:cNvPr>
            <p:cNvCxnSpPr/>
            <p:nvPr/>
          </p:nvCxnSpPr>
          <p:spPr>
            <a:xfrm>
              <a:off x="4997584" y="3149749"/>
              <a:ext cx="7620" cy="1212215"/>
            </a:xfrm>
            <a:prstGeom prst="line">
              <a:avLst/>
            </a:prstGeom>
            <a:noFill/>
            <a:ln w="19050" cap="flat" cmpd="sng" algn="ctr">
              <a:solidFill>
                <a:srgbClr val="C00000"/>
              </a:solidFill>
              <a:prstDash val="solid"/>
              <a:miter lim="800000"/>
              <a:headEnd type="triangle" w="med" len="lg"/>
              <a:tailEnd type="triangle" w="med" len="lg"/>
            </a:ln>
            <a:effectLst/>
          </p:spPr>
        </p:cxnSp>
        <p:sp>
          <p:nvSpPr>
            <p:cNvPr id="9" name="文本框 8">
              <a:extLst>
                <a:ext uri="{FF2B5EF4-FFF2-40B4-BE49-F238E27FC236}">
                  <a16:creationId xmlns:a16="http://schemas.microsoft.com/office/drawing/2014/main" id="{6BA87066-2338-4ABE-B0FD-8154548E94E4}"/>
                </a:ext>
              </a:extLst>
            </p:cNvPr>
            <p:cNvSpPr txBox="1"/>
            <p:nvPr/>
          </p:nvSpPr>
          <p:spPr>
            <a:xfrm>
              <a:off x="2860925" y="3275699"/>
              <a:ext cx="2218749" cy="64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1" hangingPunct="1">
                <a:defRPr b="1">
                  <a:solidFill>
                    <a:srgbClr val="000000"/>
                  </a:solidFill>
                  <a:latin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rPr>
                <a:t>Low output during peak load</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sp>
        <p:nvSpPr>
          <p:cNvPr id="41" name="文本框 40">
            <a:extLst>
              <a:ext uri="{FF2B5EF4-FFF2-40B4-BE49-F238E27FC236}">
                <a16:creationId xmlns:a16="http://schemas.microsoft.com/office/drawing/2014/main" id="{317080AE-FE90-4438-A1D0-A4B49108A250}"/>
              </a:ext>
            </a:extLst>
          </p:cNvPr>
          <p:cNvSpPr txBox="1"/>
          <p:nvPr/>
        </p:nvSpPr>
        <p:spPr>
          <a:xfrm>
            <a:off x="-222778" y="3176342"/>
            <a:ext cx="5368899" cy="584775"/>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1600" b="0" i="0" u="none" strike="noStrike" kern="0" cap="none" spc="0" normalizeH="0" baseline="0" noProof="0" dirty="0">
                <a:ln>
                  <a:noFill/>
                </a:ln>
                <a:solidFill>
                  <a:srgbClr val="074C97"/>
                </a:solidFill>
                <a:effectLst/>
                <a:uLnTx/>
                <a:uFillTx/>
              </a:rPr>
              <a:t>Electricity load and wind/PV power </a:t>
            </a:r>
            <a:r>
              <a:rPr lang="en-US" altLang="zh-CN" sz="1600" b="0" kern="0" dirty="0"/>
              <a:t>output curve on Aug 3, 2020, Jiangsu Province, China </a:t>
            </a:r>
            <a:endParaRPr kumimoji="0" lang="zh-CN" altLang="en-US" sz="1600" b="0" i="0" u="none" strike="noStrike" kern="0" cap="none" spc="0" normalizeH="0" baseline="0" noProof="0" dirty="0">
              <a:ln>
                <a:noFill/>
              </a:ln>
              <a:solidFill>
                <a:srgbClr val="074C97"/>
              </a:solidFill>
              <a:effectLst/>
              <a:uLnTx/>
              <a:uFillTx/>
            </a:endParaRPr>
          </a:p>
        </p:txBody>
      </p:sp>
      <p:sp>
        <p:nvSpPr>
          <p:cNvPr id="42" name="文本框 41">
            <a:extLst>
              <a:ext uri="{FF2B5EF4-FFF2-40B4-BE49-F238E27FC236}">
                <a16:creationId xmlns:a16="http://schemas.microsoft.com/office/drawing/2014/main" id="{012820A9-6506-4190-96DA-E27CE60E12AA}"/>
              </a:ext>
            </a:extLst>
          </p:cNvPr>
          <p:cNvSpPr txBox="1"/>
          <p:nvPr/>
        </p:nvSpPr>
        <p:spPr>
          <a:xfrm>
            <a:off x="-90332" y="5620103"/>
            <a:ext cx="4856868" cy="584775"/>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lang="en-US" altLang="zh-CN" sz="1600" b="0" kern="0" dirty="0"/>
              <a:t>D</a:t>
            </a:r>
            <a:r>
              <a:rPr kumimoji="0" lang="en-US" altLang="zh-CN" sz="1600" b="0" i="0" u="none" strike="noStrike" kern="0" cap="none" spc="0" normalizeH="0" baseline="0" noProof="0" dirty="0" err="1">
                <a:ln>
                  <a:noFill/>
                </a:ln>
                <a:solidFill>
                  <a:srgbClr val="074C97"/>
                </a:solidFill>
                <a:effectLst/>
                <a:uLnTx/>
                <a:uFillTx/>
              </a:rPr>
              <a:t>emand</a:t>
            </a:r>
            <a:r>
              <a:rPr kumimoji="0" lang="en-US" altLang="zh-CN" sz="1600" b="0" i="0" u="none" strike="noStrike" kern="0" cap="none" spc="0" normalizeH="0" baseline="0" noProof="0" dirty="0">
                <a:ln>
                  <a:noFill/>
                </a:ln>
                <a:solidFill>
                  <a:srgbClr val="074C97"/>
                </a:solidFill>
                <a:effectLst/>
                <a:uLnTx/>
                <a:uFillTx/>
              </a:rPr>
              <a:t> response (DR) has huge potential for maintaining demand-supply balance</a:t>
            </a:r>
            <a:endParaRPr kumimoji="0" lang="zh-CN" altLang="en-US" sz="1600" b="0" i="0" u="none" strike="noStrike" kern="0" cap="none" spc="0" normalizeH="0" baseline="0" noProof="0" dirty="0">
              <a:ln>
                <a:noFill/>
              </a:ln>
              <a:solidFill>
                <a:srgbClr val="074C97"/>
              </a:solidFill>
              <a:effectLst/>
              <a:uLnTx/>
              <a:uFillTx/>
            </a:endParaRPr>
          </a:p>
        </p:txBody>
      </p:sp>
      <p:sp>
        <p:nvSpPr>
          <p:cNvPr id="43" name="矩形 42">
            <a:extLst>
              <a:ext uri="{FF2B5EF4-FFF2-40B4-BE49-F238E27FC236}">
                <a16:creationId xmlns:a16="http://schemas.microsoft.com/office/drawing/2014/main" id="{D027D5DB-D636-450E-A4D3-1E38A80AB095}"/>
              </a:ext>
            </a:extLst>
          </p:cNvPr>
          <p:cNvSpPr/>
          <p:nvPr/>
        </p:nvSpPr>
        <p:spPr>
          <a:xfrm>
            <a:off x="3037207" y="4442668"/>
            <a:ext cx="1212997" cy="437002"/>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93B5E9C3-9F4E-4787-B2C9-899124A87B7D}"/>
              </a:ext>
            </a:extLst>
          </p:cNvPr>
          <p:cNvSpPr txBox="1"/>
          <p:nvPr/>
        </p:nvSpPr>
        <p:spPr>
          <a:xfrm>
            <a:off x="4250204" y="3761117"/>
            <a:ext cx="3703907"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uLnTx/>
                <a:uFillTx/>
              </a:rPr>
              <a:t>Why industrial users?</a:t>
            </a:r>
            <a:endParaRPr kumimoji="0" lang="zh-CN" altLang="en-US" sz="2000" b="0" i="0" u="none" strike="noStrike" kern="0" cap="none" spc="0" normalizeH="0" baseline="0" noProof="0" dirty="0">
              <a:ln>
                <a:noFill/>
              </a:ln>
              <a:solidFill>
                <a:schemeClr val="tx1"/>
              </a:solidFill>
              <a:effectLst/>
              <a:uLnTx/>
              <a:uFillTx/>
            </a:endParaRPr>
          </a:p>
        </p:txBody>
      </p:sp>
      <p:sp>
        <p:nvSpPr>
          <p:cNvPr id="45" name="文本框 44">
            <a:extLst>
              <a:ext uri="{FF2B5EF4-FFF2-40B4-BE49-F238E27FC236}">
                <a16:creationId xmlns:a16="http://schemas.microsoft.com/office/drawing/2014/main" id="{6340C8B2-6DB4-434A-8320-782023F257F4}"/>
              </a:ext>
            </a:extLst>
          </p:cNvPr>
          <p:cNvSpPr txBox="1"/>
          <p:nvPr/>
        </p:nvSpPr>
        <p:spPr>
          <a:xfrm>
            <a:off x="4715021" y="4151120"/>
            <a:ext cx="4428979" cy="1415067"/>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highlight>
                  <a:srgbClr val="FFFF00"/>
                </a:highlight>
                <a:uLnTx/>
                <a:uFillTx/>
              </a:rPr>
              <a:t>Large</a:t>
            </a:r>
            <a:r>
              <a:rPr kumimoji="0" lang="en-US" altLang="zh-CN" sz="2000" b="0" i="0" u="none" strike="noStrike" kern="0" cap="none" spc="0" normalizeH="0" baseline="0" noProof="0" dirty="0">
                <a:ln>
                  <a:noFill/>
                </a:ln>
                <a:solidFill>
                  <a:schemeClr val="tx1"/>
                </a:solidFill>
                <a:effectLst/>
                <a:uLnTx/>
                <a:uFillTx/>
              </a:rPr>
              <a:t> response volume (MWs)</a:t>
            </a:r>
            <a:endParaRPr lang="en-US" altLang="zh-CN" sz="2000" b="0" kern="0" dirty="0">
              <a:solidFill>
                <a:schemeClr val="tx1"/>
              </a:solidFill>
            </a:endParaRP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highlight>
                  <a:srgbClr val="FFFF00"/>
                </a:highlight>
              </a:rPr>
              <a:t>Sensitive</a:t>
            </a:r>
            <a:r>
              <a:rPr lang="en-US" altLang="zh-CN" sz="2000" b="0" kern="0" dirty="0">
                <a:solidFill>
                  <a:schemeClr val="tx1"/>
                </a:solidFill>
              </a:rPr>
              <a:t> to the prices</a:t>
            </a:r>
          </a:p>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highlight>
                  <a:srgbClr val="FFFF00"/>
                </a:highlight>
                <a:uLnTx/>
                <a:uFillTx/>
              </a:rPr>
              <a:t>Ability</a:t>
            </a:r>
            <a:r>
              <a:rPr kumimoji="0" lang="en-US" altLang="zh-CN" sz="2000" b="0" i="0" u="none" strike="noStrike" kern="0" cap="none" spc="0" normalizeH="0" baseline="0" noProof="0" dirty="0">
                <a:ln>
                  <a:noFill/>
                </a:ln>
                <a:solidFill>
                  <a:schemeClr val="tx1"/>
                </a:solidFill>
                <a:effectLst/>
                <a:uLnTx/>
                <a:uFillTx/>
              </a:rPr>
              <a:t> to implement DR</a:t>
            </a:r>
          </a:p>
        </p:txBody>
      </p:sp>
      <p:sp>
        <p:nvSpPr>
          <p:cNvPr id="47" name="文本框 46">
            <a:extLst>
              <a:ext uri="{FF2B5EF4-FFF2-40B4-BE49-F238E27FC236}">
                <a16:creationId xmlns:a16="http://schemas.microsoft.com/office/drawing/2014/main" id="{B89A28A5-5452-4A4E-A041-C668B6663EBD}"/>
              </a:ext>
            </a:extLst>
          </p:cNvPr>
          <p:cNvSpPr txBox="1"/>
          <p:nvPr/>
        </p:nvSpPr>
        <p:spPr>
          <a:xfrm>
            <a:off x="4428981" y="1248155"/>
            <a:ext cx="3703907"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uLnTx/>
                <a:uFillTx/>
              </a:rPr>
              <a:t>Why demand response?</a:t>
            </a:r>
            <a:endParaRPr kumimoji="0" lang="zh-CN" altLang="en-US" sz="2000" b="0" i="0" u="none" strike="noStrike" kern="0" cap="none" spc="0" normalizeH="0" baseline="0" noProof="0" dirty="0">
              <a:ln>
                <a:noFill/>
              </a:ln>
              <a:solidFill>
                <a:schemeClr val="tx1"/>
              </a:solidFill>
              <a:effectLst/>
              <a:uLnTx/>
              <a:uFillTx/>
            </a:endParaRPr>
          </a:p>
        </p:txBody>
      </p:sp>
      <p:sp>
        <p:nvSpPr>
          <p:cNvPr id="48" name="文本框 47">
            <a:extLst>
              <a:ext uri="{FF2B5EF4-FFF2-40B4-BE49-F238E27FC236}">
                <a16:creationId xmlns:a16="http://schemas.microsoft.com/office/drawing/2014/main" id="{29D2A8D3-08B1-445E-8C4E-56C205B8F0D2}"/>
              </a:ext>
            </a:extLst>
          </p:cNvPr>
          <p:cNvSpPr txBox="1"/>
          <p:nvPr/>
        </p:nvSpPr>
        <p:spPr>
          <a:xfrm>
            <a:off x="4669362" y="1676775"/>
            <a:ext cx="4428979" cy="1415067"/>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highlight>
                  <a:srgbClr val="FFFF00"/>
                </a:highlight>
                <a:uLnTx/>
                <a:uFillTx/>
              </a:rPr>
              <a:t>Cost-effective</a:t>
            </a:r>
            <a:r>
              <a:rPr kumimoji="0" lang="en-US" altLang="zh-CN" sz="2000" b="0" i="0" u="none" strike="noStrike" kern="0" cap="none" spc="0" normalizeH="0" baseline="0" noProof="0" dirty="0">
                <a:ln>
                  <a:noFill/>
                </a:ln>
                <a:solidFill>
                  <a:schemeClr val="tx1"/>
                </a:solidFill>
                <a:effectLst/>
                <a:uLnTx/>
                <a:uFillTx/>
              </a:rPr>
              <a:t> for securing electricity supply in the power system</a:t>
            </a:r>
          </a:p>
        </p:txBody>
      </p:sp>
      <p:sp>
        <p:nvSpPr>
          <p:cNvPr id="24" name="灯片编号占位符 1">
            <a:extLst>
              <a:ext uri="{FF2B5EF4-FFF2-40B4-BE49-F238E27FC236}">
                <a16:creationId xmlns:a16="http://schemas.microsoft.com/office/drawing/2014/main" id="{AF4870BB-53A7-462B-A3B0-2C6541295B3F}"/>
              </a:ext>
            </a:extLst>
          </p:cNvPr>
          <p:cNvSpPr txBox="1">
            <a:spLocks/>
          </p:cNvSpPr>
          <p:nvPr/>
        </p:nvSpPr>
        <p:spPr>
          <a:xfrm>
            <a:off x="8301519" y="6492875"/>
            <a:ext cx="610297"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2</a:t>
            </a:fld>
            <a:r>
              <a:rPr lang="en-US" altLang="zh-CN" sz="1400" dirty="0">
                <a:solidFill>
                  <a:schemeClr val="bg1"/>
                </a:solidFill>
                <a:cs typeface="+mn-ea"/>
                <a:sym typeface="+mn-lt"/>
              </a:rPr>
              <a:t> /9</a:t>
            </a:r>
            <a:endParaRPr lang="zh-CN" altLang="en-US" sz="1400" dirty="0">
              <a:solidFill>
                <a:schemeClr val="bg1"/>
              </a:solidFill>
              <a:cs typeface="+mn-ea"/>
              <a:sym typeface="+mn-lt"/>
            </a:endParaRPr>
          </a:p>
        </p:txBody>
      </p:sp>
    </p:spTree>
    <p:extLst>
      <p:ext uri="{BB962C8B-B14F-4D97-AF65-F5344CB8AC3E}">
        <p14:creationId xmlns:p14="http://schemas.microsoft.com/office/powerpoint/2010/main" val="239750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93B5E9C3-9F4E-4787-B2C9-899124A87B7D}"/>
              </a:ext>
            </a:extLst>
          </p:cNvPr>
          <p:cNvSpPr txBox="1"/>
          <p:nvPr/>
        </p:nvSpPr>
        <p:spPr>
          <a:xfrm>
            <a:off x="4250204" y="3761117"/>
            <a:ext cx="3703907"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uLnTx/>
                <a:uFillTx/>
              </a:rPr>
              <a:t>Why industrial users?</a:t>
            </a:r>
            <a:endParaRPr kumimoji="0" lang="zh-CN" altLang="en-US" sz="2000" b="0" i="0" u="none" strike="noStrike" kern="0" cap="none" spc="0" normalizeH="0" baseline="0" noProof="0" dirty="0">
              <a:ln>
                <a:noFill/>
              </a:ln>
              <a:solidFill>
                <a:schemeClr val="tx1"/>
              </a:solidFill>
              <a:effectLst/>
              <a:uLnTx/>
              <a:uFillTx/>
            </a:endParaRPr>
          </a:p>
        </p:txBody>
      </p:sp>
      <p:sp>
        <p:nvSpPr>
          <p:cNvPr id="47" name="文本框 46">
            <a:extLst>
              <a:ext uri="{FF2B5EF4-FFF2-40B4-BE49-F238E27FC236}">
                <a16:creationId xmlns:a16="http://schemas.microsoft.com/office/drawing/2014/main" id="{B89A28A5-5452-4A4E-A041-C668B6663EBD}"/>
              </a:ext>
            </a:extLst>
          </p:cNvPr>
          <p:cNvSpPr txBox="1"/>
          <p:nvPr/>
        </p:nvSpPr>
        <p:spPr>
          <a:xfrm>
            <a:off x="-1005111" y="997569"/>
            <a:ext cx="8087229"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uLnTx/>
                <a:uFillTx/>
              </a:rPr>
              <a:t>Industrial Production Processes (IPPs).</a:t>
            </a:r>
            <a:endParaRPr kumimoji="0" lang="zh-CN" altLang="en-US" sz="2000" b="0" i="0" u="none" strike="noStrike" kern="0" cap="none" spc="0" normalizeH="0" baseline="0" noProof="0" dirty="0">
              <a:ln>
                <a:noFill/>
              </a:ln>
              <a:solidFill>
                <a:schemeClr val="tx1"/>
              </a:solidFill>
              <a:effectLst/>
              <a:uLnTx/>
              <a:uFillTx/>
            </a:endParaRPr>
          </a:p>
        </p:txBody>
      </p:sp>
      <p:sp>
        <p:nvSpPr>
          <p:cNvPr id="48" name="文本框 47">
            <a:extLst>
              <a:ext uri="{FF2B5EF4-FFF2-40B4-BE49-F238E27FC236}">
                <a16:creationId xmlns:a16="http://schemas.microsoft.com/office/drawing/2014/main" id="{29D2A8D3-08B1-445E-8C4E-56C205B8F0D2}"/>
              </a:ext>
            </a:extLst>
          </p:cNvPr>
          <p:cNvSpPr txBox="1"/>
          <p:nvPr/>
        </p:nvSpPr>
        <p:spPr>
          <a:xfrm>
            <a:off x="181689" y="1397679"/>
            <a:ext cx="8780621" cy="1876732"/>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highlight>
                  <a:srgbClr val="FFFF00"/>
                </a:highlight>
                <a:uLnTx/>
                <a:uFillTx/>
              </a:rPr>
              <a:t>Contributes most energy consumption</a:t>
            </a:r>
            <a:r>
              <a:rPr kumimoji="0" lang="en-US" altLang="zh-CN" sz="2000" b="0" i="0" u="none" strike="noStrike" kern="0" cap="none" spc="0" normalizeH="0" baseline="0" noProof="0" dirty="0">
                <a:ln>
                  <a:noFill/>
                </a:ln>
                <a:solidFill>
                  <a:schemeClr val="tx1"/>
                </a:solidFill>
                <a:effectLst/>
                <a:uLnTx/>
                <a:uFillTx/>
              </a:rPr>
              <a:t> of typical industrial users</a:t>
            </a:r>
          </a:p>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rPr>
              <a:t>Exists technical constraints and production targets</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Modelled by: state-task network (STN), resource-task network…</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highlight>
                  <a:srgbClr val="FFFF00"/>
                </a:highlight>
              </a:rPr>
              <a:t>MILP formulations</a:t>
            </a:r>
            <a:r>
              <a:rPr lang="en-US" altLang="zh-CN" sz="2000" b="0" kern="0" dirty="0">
                <a:solidFill>
                  <a:schemeClr val="tx1"/>
                </a:solidFill>
              </a:rPr>
              <a:t> for the on/off operating states of devices</a:t>
            </a:r>
            <a:endParaRPr kumimoji="0" lang="en-US" altLang="zh-CN" sz="2000" b="0" i="0" u="none" strike="noStrike" kern="0" cap="none" spc="0" normalizeH="0" baseline="0" noProof="0" dirty="0">
              <a:ln>
                <a:noFill/>
              </a:ln>
              <a:solidFill>
                <a:schemeClr val="tx1"/>
              </a:solidFill>
              <a:effectLst/>
              <a:uLnTx/>
              <a:uFillTx/>
            </a:endParaRPr>
          </a:p>
        </p:txBody>
      </p:sp>
      <p:pic>
        <p:nvPicPr>
          <p:cNvPr id="17" name="图片 16">
            <a:extLst>
              <a:ext uri="{FF2B5EF4-FFF2-40B4-BE49-F238E27FC236}">
                <a16:creationId xmlns:a16="http://schemas.microsoft.com/office/drawing/2014/main" id="{0A813A89-96E4-4C62-8C35-54E1EAA92039}"/>
              </a:ext>
            </a:extLst>
          </p:cNvPr>
          <p:cNvPicPr>
            <a:picLocks noChangeAspect="1"/>
          </p:cNvPicPr>
          <p:nvPr/>
        </p:nvPicPr>
        <p:blipFill>
          <a:blip r:embed="rId2"/>
          <a:stretch>
            <a:fillRect/>
          </a:stretch>
        </p:blipFill>
        <p:spPr>
          <a:xfrm>
            <a:off x="1264025" y="3751471"/>
            <a:ext cx="6875930" cy="1064369"/>
          </a:xfrm>
          <a:prstGeom prst="rect">
            <a:avLst/>
          </a:prstGeom>
        </p:spPr>
      </p:pic>
      <p:pic>
        <p:nvPicPr>
          <p:cNvPr id="18" name="图片 17">
            <a:extLst>
              <a:ext uri="{FF2B5EF4-FFF2-40B4-BE49-F238E27FC236}">
                <a16:creationId xmlns:a16="http://schemas.microsoft.com/office/drawing/2014/main" id="{4F847854-3FF6-4345-943B-431D545ECF58}"/>
              </a:ext>
            </a:extLst>
          </p:cNvPr>
          <p:cNvPicPr>
            <a:picLocks noChangeAspect="1"/>
          </p:cNvPicPr>
          <p:nvPr/>
        </p:nvPicPr>
        <p:blipFill>
          <a:blip r:embed="rId3"/>
          <a:stretch>
            <a:fillRect/>
          </a:stretch>
        </p:blipFill>
        <p:spPr>
          <a:xfrm>
            <a:off x="2187387" y="5200909"/>
            <a:ext cx="4894731" cy="951653"/>
          </a:xfrm>
          <a:prstGeom prst="rect">
            <a:avLst/>
          </a:prstGeom>
        </p:spPr>
      </p:pic>
      <p:sp>
        <p:nvSpPr>
          <p:cNvPr id="19" name="箭头: 下 18">
            <a:extLst>
              <a:ext uri="{FF2B5EF4-FFF2-40B4-BE49-F238E27FC236}">
                <a16:creationId xmlns:a16="http://schemas.microsoft.com/office/drawing/2014/main" id="{C0DD4CE5-6559-4292-BA80-3CA2F46A9F10}"/>
              </a:ext>
            </a:extLst>
          </p:cNvPr>
          <p:cNvSpPr/>
          <p:nvPr/>
        </p:nvSpPr>
        <p:spPr>
          <a:xfrm>
            <a:off x="4408739" y="4815840"/>
            <a:ext cx="315661" cy="38506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223CFE0-4B9D-403D-BCFD-404571894CB5}"/>
              </a:ext>
            </a:extLst>
          </p:cNvPr>
          <p:cNvSpPr txBox="1"/>
          <p:nvPr/>
        </p:nvSpPr>
        <p:spPr>
          <a:xfrm>
            <a:off x="2605040" y="4831577"/>
            <a:ext cx="1867819" cy="369332"/>
          </a:xfrm>
          <a:prstGeom prst="rect">
            <a:avLst/>
          </a:prstGeom>
          <a:ln>
            <a:noFill/>
          </a:ln>
        </p:spPr>
        <p:txBody>
          <a:bodyPr wrap="none" rtlCol="0">
            <a:spAutoFit/>
          </a:bodyPr>
          <a:lstStyle/>
          <a:p>
            <a:r>
              <a:rPr lang="en-US" altLang="zh-CN" dirty="0"/>
              <a:t>STN modelling</a:t>
            </a:r>
            <a:endParaRPr lang="zh-CN" altLang="en-US" dirty="0"/>
          </a:p>
        </p:txBody>
      </p:sp>
      <p:sp>
        <p:nvSpPr>
          <p:cNvPr id="13" name="Titre 1">
            <a:extLst>
              <a:ext uri="{FF2B5EF4-FFF2-40B4-BE49-F238E27FC236}">
                <a16:creationId xmlns:a16="http://schemas.microsoft.com/office/drawing/2014/main" id="{B8F9FDF3-F077-4825-BA93-43881995BC5B}"/>
              </a:ext>
            </a:extLst>
          </p:cNvPr>
          <p:cNvSpPr>
            <a:spLocks noGrp="1"/>
          </p:cNvSpPr>
          <p:nvPr>
            <p:ph type="title"/>
          </p:nvPr>
        </p:nvSpPr>
        <p:spPr>
          <a:xfrm>
            <a:off x="365125" y="134938"/>
            <a:ext cx="8326438" cy="1076325"/>
          </a:xfrm>
        </p:spPr>
        <p:txBody>
          <a:bodyPr/>
          <a:lstStyle/>
          <a:p>
            <a:r>
              <a:rPr lang="fr-FR" dirty="0"/>
              <a:t>Introduction</a:t>
            </a:r>
          </a:p>
        </p:txBody>
      </p:sp>
      <p:sp>
        <p:nvSpPr>
          <p:cNvPr id="10" name="灯片编号占位符 1">
            <a:extLst>
              <a:ext uri="{FF2B5EF4-FFF2-40B4-BE49-F238E27FC236}">
                <a16:creationId xmlns:a16="http://schemas.microsoft.com/office/drawing/2014/main" id="{7A3F1862-8E56-4F95-9507-881EA1266211}"/>
              </a:ext>
            </a:extLst>
          </p:cNvPr>
          <p:cNvSpPr txBox="1">
            <a:spLocks/>
          </p:cNvSpPr>
          <p:nvPr/>
        </p:nvSpPr>
        <p:spPr>
          <a:xfrm>
            <a:off x="8280971" y="6492875"/>
            <a:ext cx="630845"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3</a:t>
            </a:fld>
            <a:r>
              <a:rPr lang="en-US" altLang="zh-CN" sz="1400" dirty="0">
                <a:solidFill>
                  <a:schemeClr val="bg1"/>
                </a:solidFill>
                <a:cs typeface="+mn-ea"/>
                <a:sym typeface="+mn-lt"/>
              </a:rPr>
              <a:t> /9</a:t>
            </a:r>
            <a:endParaRPr lang="zh-CN" altLang="en-US" sz="1400" dirty="0">
              <a:solidFill>
                <a:schemeClr val="bg1"/>
              </a:solidFill>
              <a:cs typeface="+mn-ea"/>
              <a:sym typeface="+mn-lt"/>
            </a:endParaRPr>
          </a:p>
        </p:txBody>
      </p:sp>
    </p:spTree>
    <p:extLst>
      <p:ext uri="{BB962C8B-B14F-4D97-AF65-F5344CB8AC3E}">
        <p14:creationId xmlns:p14="http://schemas.microsoft.com/office/powerpoint/2010/main" val="810569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Objectives</a:t>
            </a:r>
          </a:p>
        </p:txBody>
      </p:sp>
      <p:sp>
        <p:nvSpPr>
          <p:cNvPr id="47" name="文本框 46">
            <a:extLst>
              <a:ext uri="{FF2B5EF4-FFF2-40B4-BE49-F238E27FC236}">
                <a16:creationId xmlns:a16="http://schemas.microsoft.com/office/drawing/2014/main" id="{B89A28A5-5452-4A4E-A041-C668B6663EBD}"/>
              </a:ext>
            </a:extLst>
          </p:cNvPr>
          <p:cNvSpPr txBox="1"/>
          <p:nvPr/>
        </p:nvSpPr>
        <p:spPr>
          <a:xfrm>
            <a:off x="-592203" y="1027512"/>
            <a:ext cx="8087229"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highlight>
                  <a:srgbClr val="FFFF00"/>
                </a:highlight>
                <a:uLnTx/>
                <a:uFillTx/>
              </a:rPr>
              <a:t>Linear model </a:t>
            </a:r>
            <a:r>
              <a:rPr kumimoji="0" lang="en-US" altLang="zh-CN" sz="2000" b="0" i="0" u="none" strike="noStrike" kern="0" cap="none" spc="0" normalizeH="0" baseline="0" noProof="0" dirty="0">
                <a:ln>
                  <a:noFill/>
                </a:ln>
                <a:solidFill>
                  <a:schemeClr val="tx1"/>
                </a:solidFill>
                <a:effectLst/>
                <a:uLnTx/>
                <a:uFillTx/>
              </a:rPr>
              <a:t>instead of MILP-based models</a:t>
            </a:r>
            <a:endParaRPr kumimoji="0" lang="zh-CN" altLang="en-US" sz="2000" b="0" i="0" u="none" strike="noStrike" kern="0" cap="none" spc="0" normalizeH="0" baseline="0" noProof="0" dirty="0">
              <a:ln>
                <a:noFill/>
              </a:ln>
              <a:solidFill>
                <a:schemeClr val="tx1"/>
              </a:solidFill>
              <a:effectLst/>
              <a:uLnTx/>
              <a:uFillTx/>
            </a:endParaRPr>
          </a:p>
        </p:txBody>
      </p:sp>
      <p:sp>
        <p:nvSpPr>
          <p:cNvPr id="48" name="文本框 47">
            <a:extLst>
              <a:ext uri="{FF2B5EF4-FFF2-40B4-BE49-F238E27FC236}">
                <a16:creationId xmlns:a16="http://schemas.microsoft.com/office/drawing/2014/main" id="{29D2A8D3-08B1-445E-8C4E-56C205B8F0D2}"/>
              </a:ext>
            </a:extLst>
          </p:cNvPr>
          <p:cNvSpPr txBox="1"/>
          <p:nvPr/>
        </p:nvSpPr>
        <p:spPr>
          <a:xfrm>
            <a:off x="470957" y="1492848"/>
            <a:ext cx="6306362" cy="1415067"/>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O</a:t>
            </a:r>
            <a:r>
              <a:rPr kumimoji="0" lang="en-US" altLang="zh-CN" sz="2000" b="0" i="0" u="none" strike="noStrike" kern="0" cap="none" spc="0" normalizeH="0" baseline="0" noProof="0" dirty="0" err="1">
                <a:ln>
                  <a:noFill/>
                </a:ln>
                <a:solidFill>
                  <a:schemeClr val="tx1"/>
                </a:solidFill>
                <a:effectLst/>
                <a:uLnTx/>
                <a:uFillTx/>
              </a:rPr>
              <a:t>vercome</a:t>
            </a:r>
            <a:r>
              <a:rPr kumimoji="0" lang="en-US" altLang="zh-CN" sz="2000" b="0" i="0" u="none" strike="noStrike" kern="0" cap="none" spc="0" normalizeH="0" baseline="0" noProof="0" dirty="0">
                <a:ln>
                  <a:noFill/>
                </a:ln>
                <a:solidFill>
                  <a:schemeClr val="tx1"/>
                </a:solidFill>
                <a:effectLst/>
                <a:uLnTx/>
                <a:uFillTx/>
              </a:rPr>
              <a:t> computation complexity issues</a:t>
            </a:r>
          </a:p>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rPr>
              <a:t>Increase production </a:t>
            </a:r>
            <a:r>
              <a:rPr lang="en-US" altLang="zh-CN" sz="2000" b="0" kern="0" dirty="0">
                <a:solidFill>
                  <a:schemeClr val="tx1"/>
                </a:solidFill>
              </a:rPr>
              <a:t>model accuracy</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Easier to embed into existing models</a:t>
            </a:r>
            <a:endParaRPr kumimoji="0" lang="en-US" altLang="zh-CN" sz="2000" b="0" i="0" u="none" strike="noStrike" kern="0" cap="none" spc="0" normalizeH="0" baseline="0" noProof="0" dirty="0">
              <a:ln>
                <a:noFill/>
              </a:ln>
              <a:solidFill>
                <a:schemeClr val="tx1"/>
              </a:solidFill>
              <a:effectLst/>
              <a:uLnTx/>
              <a:uFillTx/>
            </a:endParaRPr>
          </a:p>
        </p:txBody>
      </p:sp>
      <p:pic>
        <p:nvPicPr>
          <p:cNvPr id="21" name="图片 20">
            <a:extLst>
              <a:ext uri="{FF2B5EF4-FFF2-40B4-BE49-F238E27FC236}">
                <a16:creationId xmlns:a16="http://schemas.microsoft.com/office/drawing/2014/main" id="{22D0AA95-FE43-4772-B483-768CC5772874}"/>
              </a:ext>
            </a:extLst>
          </p:cNvPr>
          <p:cNvPicPr>
            <a:picLocks noChangeAspect="1"/>
          </p:cNvPicPr>
          <p:nvPr/>
        </p:nvPicPr>
        <p:blipFill>
          <a:blip r:embed="rId2"/>
          <a:stretch>
            <a:fillRect/>
          </a:stretch>
        </p:blipFill>
        <p:spPr>
          <a:xfrm>
            <a:off x="5612015" y="3209010"/>
            <a:ext cx="2693675" cy="1603029"/>
          </a:xfrm>
          <a:prstGeom prst="rect">
            <a:avLst/>
          </a:prstGeom>
        </p:spPr>
      </p:pic>
      <p:sp>
        <p:nvSpPr>
          <p:cNvPr id="30" name="矩形 29">
            <a:extLst>
              <a:ext uri="{FF2B5EF4-FFF2-40B4-BE49-F238E27FC236}">
                <a16:creationId xmlns:a16="http://schemas.microsoft.com/office/drawing/2014/main" id="{D3DF7FF9-37E0-4EBC-8318-66C6DBB5F720}"/>
              </a:ext>
            </a:extLst>
          </p:cNvPr>
          <p:cNvSpPr/>
          <p:nvPr/>
        </p:nvSpPr>
        <p:spPr>
          <a:xfrm>
            <a:off x="5950846" y="4436278"/>
            <a:ext cx="1212997" cy="375761"/>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2F54B9AF-EA43-4C29-829D-6C97DACF8460}"/>
              </a:ext>
            </a:extLst>
          </p:cNvPr>
          <p:cNvSpPr txBox="1"/>
          <p:nvPr/>
        </p:nvSpPr>
        <p:spPr>
          <a:xfrm>
            <a:off x="4639235" y="5250805"/>
            <a:ext cx="4639236" cy="646331"/>
          </a:xfrm>
          <a:prstGeom prst="rect">
            <a:avLst/>
          </a:prstGeom>
          <a:noFill/>
          <a:ln>
            <a:noFill/>
          </a:ln>
        </p:spPr>
        <p:txBody>
          <a:bodyPr wrap="square">
            <a:spAutoFit/>
          </a:bodyPr>
          <a:lstStyle/>
          <a:p>
            <a:r>
              <a:rPr lang="en-US" altLang="zh-CN" sz="1800" b="0" kern="0" dirty="0">
                <a:solidFill>
                  <a:schemeClr val="tx1"/>
                </a:solidFill>
              </a:rPr>
              <a:t>Linear constraints are more “friendly” for power system dispatch models</a:t>
            </a:r>
            <a:endParaRPr lang="zh-CN" altLang="en-US" dirty="0"/>
          </a:p>
        </p:txBody>
      </p:sp>
      <p:pic>
        <p:nvPicPr>
          <p:cNvPr id="23" name="图片 22">
            <a:extLst>
              <a:ext uri="{FF2B5EF4-FFF2-40B4-BE49-F238E27FC236}">
                <a16:creationId xmlns:a16="http://schemas.microsoft.com/office/drawing/2014/main" id="{73D95733-FFCE-42F4-9F58-2281E909B810}"/>
              </a:ext>
            </a:extLst>
          </p:cNvPr>
          <p:cNvPicPr>
            <a:picLocks noChangeAspect="1"/>
          </p:cNvPicPr>
          <p:nvPr/>
        </p:nvPicPr>
        <p:blipFill rotWithShape="1">
          <a:blip r:embed="rId3"/>
          <a:srcRect l="3211" r="1403"/>
          <a:stretch/>
        </p:blipFill>
        <p:spPr>
          <a:xfrm>
            <a:off x="2483224" y="2947737"/>
            <a:ext cx="1891547" cy="2241177"/>
          </a:xfrm>
          <a:prstGeom prst="rect">
            <a:avLst/>
          </a:prstGeom>
        </p:spPr>
      </p:pic>
      <p:sp>
        <p:nvSpPr>
          <p:cNvPr id="35" name="文本框 34">
            <a:extLst>
              <a:ext uri="{FF2B5EF4-FFF2-40B4-BE49-F238E27FC236}">
                <a16:creationId xmlns:a16="http://schemas.microsoft.com/office/drawing/2014/main" id="{E41C4540-230A-404F-A277-5CD8CA79E56D}"/>
              </a:ext>
            </a:extLst>
          </p:cNvPr>
          <p:cNvSpPr txBox="1"/>
          <p:nvPr/>
        </p:nvSpPr>
        <p:spPr>
          <a:xfrm>
            <a:off x="259197" y="5222082"/>
            <a:ext cx="4485529" cy="923330"/>
          </a:xfrm>
          <a:prstGeom prst="rect">
            <a:avLst/>
          </a:prstGeom>
          <a:noFill/>
          <a:ln>
            <a:noFill/>
          </a:ln>
        </p:spPr>
        <p:txBody>
          <a:bodyPr wrap="square">
            <a:spAutoFit/>
          </a:bodyPr>
          <a:lstStyle/>
          <a:p>
            <a:r>
              <a:rPr lang="en-US" altLang="zh-CN" kern="0" dirty="0"/>
              <a:t>P</a:t>
            </a:r>
            <a:r>
              <a:rPr lang="zh-CN" altLang="en-US" kern="0" dirty="0"/>
              <a:t>ower is discrete, </a:t>
            </a:r>
            <a:r>
              <a:rPr lang="en-US" altLang="zh-CN" kern="0" dirty="0"/>
              <a:t>but </a:t>
            </a:r>
            <a:r>
              <a:rPr lang="zh-CN" altLang="en-US" kern="0" dirty="0"/>
              <a:t>the energy integrated over a time interval can be close to continuous</a:t>
            </a:r>
          </a:p>
        </p:txBody>
      </p:sp>
      <p:sp>
        <p:nvSpPr>
          <p:cNvPr id="37" name="文本框 36">
            <a:extLst>
              <a:ext uri="{FF2B5EF4-FFF2-40B4-BE49-F238E27FC236}">
                <a16:creationId xmlns:a16="http://schemas.microsoft.com/office/drawing/2014/main" id="{5E5989F1-58E4-48E1-832B-CC4FF15142F5}"/>
              </a:ext>
            </a:extLst>
          </p:cNvPr>
          <p:cNvSpPr txBox="1"/>
          <p:nvPr/>
        </p:nvSpPr>
        <p:spPr>
          <a:xfrm>
            <a:off x="728425" y="3455163"/>
            <a:ext cx="2342198" cy="646331"/>
          </a:xfrm>
          <a:prstGeom prst="rect">
            <a:avLst/>
          </a:prstGeom>
          <a:noFill/>
          <a:ln>
            <a:noFill/>
          </a:ln>
        </p:spPr>
        <p:txBody>
          <a:bodyPr wrap="square">
            <a:spAutoFit/>
          </a:bodyPr>
          <a:lstStyle/>
          <a:p>
            <a:r>
              <a:rPr lang="en-US" altLang="zh-CN" kern="0" dirty="0"/>
              <a:t>An a</a:t>
            </a:r>
            <a:r>
              <a:rPr lang="zh-CN" altLang="en-US" kern="0" dirty="0"/>
              <a:t>nalog</a:t>
            </a:r>
            <a:r>
              <a:rPr lang="en-US" altLang="zh-CN" kern="0" dirty="0"/>
              <a:t>y:</a:t>
            </a:r>
            <a:r>
              <a:rPr lang="zh-CN" altLang="en-US" kern="0" dirty="0"/>
              <a:t> </a:t>
            </a:r>
            <a:endParaRPr lang="en-US" altLang="zh-CN" kern="0" dirty="0"/>
          </a:p>
          <a:p>
            <a:r>
              <a:rPr lang="zh-CN" altLang="en-US" kern="0" dirty="0"/>
              <a:t>PWM rectification</a:t>
            </a:r>
            <a:endParaRPr lang="en-US" altLang="zh-CN" kern="0" dirty="0"/>
          </a:p>
        </p:txBody>
      </p:sp>
      <p:cxnSp>
        <p:nvCxnSpPr>
          <p:cNvPr id="27" name="直接连接符 26">
            <a:extLst>
              <a:ext uri="{FF2B5EF4-FFF2-40B4-BE49-F238E27FC236}">
                <a16:creationId xmlns:a16="http://schemas.microsoft.com/office/drawing/2014/main" id="{57C4B5B8-B336-4F54-891F-8CB68CD61E7A}"/>
              </a:ext>
            </a:extLst>
          </p:cNvPr>
          <p:cNvCxnSpPr/>
          <p:nvPr/>
        </p:nvCxnSpPr>
        <p:spPr>
          <a:xfrm>
            <a:off x="4572000" y="2847476"/>
            <a:ext cx="0" cy="244170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D69EC049-08ED-4B55-9933-6E4F048BC387}"/>
              </a:ext>
            </a:extLst>
          </p:cNvPr>
          <p:cNvSpPr txBox="1"/>
          <p:nvPr/>
        </p:nvSpPr>
        <p:spPr>
          <a:xfrm>
            <a:off x="728425" y="4068325"/>
            <a:ext cx="6911788" cy="646331"/>
          </a:xfrm>
          <a:prstGeom prst="rect">
            <a:avLst/>
          </a:prstGeom>
          <a:noFill/>
          <a:ln>
            <a:noFill/>
          </a:ln>
        </p:spPr>
        <p:txBody>
          <a:bodyPr wrap="square">
            <a:spAutoFit/>
          </a:bodyPr>
          <a:lstStyle/>
          <a:p>
            <a:r>
              <a:rPr lang="en-US" altLang="zh-CN" dirty="0"/>
              <a:t>(Pulse Width </a:t>
            </a:r>
          </a:p>
          <a:p>
            <a:r>
              <a:rPr lang="en-US" altLang="zh-CN" dirty="0"/>
              <a:t>Modulation)</a:t>
            </a:r>
            <a:endParaRPr lang="zh-CN" altLang="en-US" dirty="0"/>
          </a:p>
        </p:txBody>
      </p:sp>
      <p:sp>
        <p:nvSpPr>
          <p:cNvPr id="13" name="灯片编号占位符 1">
            <a:extLst>
              <a:ext uri="{FF2B5EF4-FFF2-40B4-BE49-F238E27FC236}">
                <a16:creationId xmlns:a16="http://schemas.microsoft.com/office/drawing/2014/main" id="{773AD62A-4D4E-4CE2-A809-98DC4CC5F568}"/>
              </a:ext>
            </a:extLst>
          </p:cNvPr>
          <p:cNvSpPr txBox="1">
            <a:spLocks/>
          </p:cNvSpPr>
          <p:nvPr/>
        </p:nvSpPr>
        <p:spPr>
          <a:xfrm>
            <a:off x="8305690" y="6492875"/>
            <a:ext cx="606126"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4</a:t>
            </a:fld>
            <a:r>
              <a:rPr lang="en-US" altLang="zh-CN" sz="1400" dirty="0">
                <a:solidFill>
                  <a:schemeClr val="bg1"/>
                </a:solidFill>
                <a:cs typeface="+mn-ea"/>
                <a:sym typeface="+mn-lt"/>
              </a:rPr>
              <a:t> /9</a:t>
            </a:r>
            <a:endParaRPr lang="zh-CN" altLang="en-US" sz="1400" dirty="0">
              <a:solidFill>
                <a:schemeClr val="bg1"/>
              </a:solidFill>
              <a:cs typeface="+mn-ea"/>
              <a:sym typeface="+mn-lt"/>
            </a:endParaRPr>
          </a:p>
        </p:txBody>
      </p:sp>
    </p:spTree>
    <p:extLst>
      <p:ext uri="{BB962C8B-B14F-4D97-AF65-F5344CB8AC3E}">
        <p14:creationId xmlns:p14="http://schemas.microsoft.com/office/powerpoint/2010/main" val="417909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Methodology</a:t>
            </a:r>
          </a:p>
        </p:txBody>
      </p:sp>
      <p:sp>
        <p:nvSpPr>
          <p:cNvPr id="47" name="文本框 46">
            <a:extLst>
              <a:ext uri="{FF2B5EF4-FFF2-40B4-BE49-F238E27FC236}">
                <a16:creationId xmlns:a16="http://schemas.microsoft.com/office/drawing/2014/main" id="{B89A28A5-5452-4A4E-A041-C668B6663EBD}"/>
              </a:ext>
            </a:extLst>
          </p:cNvPr>
          <p:cNvSpPr txBox="1"/>
          <p:nvPr/>
        </p:nvSpPr>
        <p:spPr>
          <a:xfrm>
            <a:off x="-1317812" y="1059012"/>
            <a:ext cx="8087229"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uLnTx/>
                <a:uFillTx/>
              </a:rPr>
              <a:t>Use </a:t>
            </a:r>
            <a:r>
              <a:rPr kumimoji="0" lang="en-US" altLang="zh-CN" sz="2000" b="0" i="0" u="none" strike="noStrike" kern="0" cap="none" spc="0" normalizeH="0" baseline="0" noProof="0" dirty="0">
                <a:ln>
                  <a:noFill/>
                </a:ln>
                <a:solidFill>
                  <a:schemeClr val="tx1"/>
                </a:solidFill>
                <a:effectLst/>
                <a:highlight>
                  <a:srgbClr val="FFFF00"/>
                </a:highlight>
                <a:uLnTx/>
                <a:uFillTx/>
              </a:rPr>
              <a:t>operating time </a:t>
            </a:r>
            <a:r>
              <a:rPr kumimoji="0" lang="en-US" altLang="zh-CN" sz="2000" b="0" i="0" u="none" strike="noStrike" kern="0" cap="none" spc="0" normalizeH="0" baseline="0" noProof="0" dirty="0">
                <a:ln>
                  <a:noFill/>
                </a:ln>
                <a:solidFill>
                  <a:schemeClr val="tx1"/>
                </a:solidFill>
                <a:effectLst/>
                <a:uLnTx/>
                <a:uFillTx/>
              </a:rPr>
              <a:t>as the variable</a:t>
            </a:r>
            <a:endParaRPr kumimoji="0" lang="zh-CN" altLang="en-US" sz="2000" b="0" i="0" u="none" strike="noStrike" kern="0" cap="none" spc="0" normalizeH="0" baseline="0" noProof="0" dirty="0">
              <a:ln>
                <a:noFill/>
              </a:ln>
              <a:solidFill>
                <a:schemeClr val="tx1"/>
              </a:solidFill>
              <a:effectLst/>
              <a:uLnTx/>
              <a:uFillTx/>
            </a:endParaRPr>
          </a:p>
        </p:txBody>
      </p:sp>
      <p:sp>
        <p:nvSpPr>
          <p:cNvPr id="48" name="文本框 47">
            <a:extLst>
              <a:ext uri="{FF2B5EF4-FFF2-40B4-BE49-F238E27FC236}">
                <a16:creationId xmlns:a16="http://schemas.microsoft.com/office/drawing/2014/main" id="{29D2A8D3-08B1-445E-8C4E-56C205B8F0D2}"/>
              </a:ext>
            </a:extLst>
          </p:cNvPr>
          <p:cNvSpPr txBox="1"/>
          <p:nvPr/>
        </p:nvSpPr>
        <p:spPr>
          <a:xfrm>
            <a:off x="363379" y="1432409"/>
            <a:ext cx="8780621" cy="1415067"/>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Under the time intervals of DR (e.g. hour by hour)</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Change the </a:t>
            </a:r>
            <a:r>
              <a:rPr kumimoji="0" lang="en-US" altLang="zh-CN" sz="2000" b="0" i="0" u="none" strike="noStrike" kern="0" cap="none" spc="0" normalizeH="0" baseline="0" noProof="0" dirty="0">
                <a:ln>
                  <a:noFill/>
                </a:ln>
                <a:solidFill>
                  <a:schemeClr val="tx1"/>
                </a:solidFill>
                <a:effectLst/>
                <a:uLnTx/>
                <a:uFillTx/>
              </a:rPr>
              <a:t>variable:</a:t>
            </a:r>
            <a:r>
              <a:rPr lang="en-US" altLang="zh-CN" sz="2000" b="0" kern="0" dirty="0">
                <a:solidFill>
                  <a:schemeClr val="tx1"/>
                </a:solidFill>
              </a:rPr>
              <a:t> device operating state -&gt; operating time</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Feasible; up to the industrial user to implement</a:t>
            </a:r>
            <a:endParaRPr kumimoji="0" lang="en-US" altLang="zh-CN" sz="2000" b="0" i="0" u="none" strike="noStrike" kern="0" cap="none" spc="0" normalizeH="0" baseline="0" noProof="0" dirty="0">
              <a:ln>
                <a:noFill/>
              </a:ln>
              <a:solidFill>
                <a:schemeClr val="tx1"/>
              </a:solidFill>
              <a:effectLst/>
              <a:uLnTx/>
              <a:uFillTx/>
            </a:endParaRPr>
          </a:p>
        </p:txBody>
      </p:sp>
      <p:sp>
        <p:nvSpPr>
          <p:cNvPr id="32" name="文本框 31">
            <a:extLst>
              <a:ext uri="{FF2B5EF4-FFF2-40B4-BE49-F238E27FC236}">
                <a16:creationId xmlns:a16="http://schemas.microsoft.com/office/drawing/2014/main" id="{2F54B9AF-EA43-4C29-829D-6C97DACF8460}"/>
              </a:ext>
            </a:extLst>
          </p:cNvPr>
          <p:cNvSpPr txBox="1"/>
          <p:nvPr/>
        </p:nvSpPr>
        <p:spPr>
          <a:xfrm>
            <a:off x="4753689" y="5195832"/>
            <a:ext cx="4639236" cy="646331"/>
          </a:xfrm>
          <a:prstGeom prst="rect">
            <a:avLst/>
          </a:prstGeom>
          <a:noFill/>
          <a:ln>
            <a:noFill/>
          </a:ln>
        </p:spPr>
        <p:txBody>
          <a:bodyPr wrap="square">
            <a:spAutoFit/>
          </a:bodyPr>
          <a:lstStyle/>
          <a:p>
            <a:r>
              <a:rPr lang="en-US" altLang="zh-CN" sz="1800" b="0" kern="0" dirty="0">
                <a:solidFill>
                  <a:schemeClr val="tx1"/>
                </a:solidFill>
              </a:rPr>
              <a:t>The industrial user implements the operation of the devices</a:t>
            </a:r>
            <a:endParaRPr lang="zh-CN" altLang="en-US" dirty="0"/>
          </a:p>
        </p:txBody>
      </p:sp>
      <p:graphicFrame>
        <p:nvGraphicFramePr>
          <p:cNvPr id="3" name="表格 3">
            <a:extLst>
              <a:ext uri="{FF2B5EF4-FFF2-40B4-BE49-F238E27FC236}">
                <a16:creationId xmlns:a16="http://schemas.microsoft.com/office/drawing/2014/main" id="{965D947B-F301-447C-B8B0-3FC88ED423A0}"/>
              </a:ext>
            </a:extLst>
          </p:cNvPr>
          <p:cNvGraphicFramePr>
            <a:graphicFrameLocks noGrp="1"/>
          </p:cNvGraphicFramePr>
          <p:nvPr>
            <p:extLst>
              <p:ext uri="{D42A27DB-BD31-4B8C-83A1-F6EECF244321}">
                <p14:modId xmlns:p14="http://schemas.microsoft.com/office/powerpoint/2010/main" val="4115700941"/>
              </p:ext>
            </p:extLst>
          </p:nvPr>
        </p:nvGraphicFramePr>
        <p:xfrm>
          <a:off x="610772" y="2894565"/>
          <a:ext cx="3917572" cy="1049906"/>
        </p:xfrm>
        <a:graphic>
          <a:graphicData uri="http://schemas.openxmlformats.org/drawingml/2006/table">
            <a:tbl>
              <a:tblPr firstRow="1" bandRow="1">
                <a:tableStyleId>{5C22544A-7EE6-4342-B048-85BDC9FD1C3A}</a:tableStyleId>
              </a:tblPr>
              <a:tblGrid>
                <a:gridCol w="1155744">
                  <a:extLst>
                    <a:ext uri="{9D8B030D-6E8A-4147-A177-3AD203B41FA5}">
                      <a16:colId xmlns:a16="http://schemas.microsoft.com/office/drawing/2014/main" val="4006632227"/>
                    </a:ext>
                  </a:extLst>
                </a:gridCol>
                <a:gridCol w="545988">
                  <a:extLst>
                    <a:ext uri="{9D8B030D-6E8A-4147-A177-3AD203B41FA5}">
                      <a16:colId xmlns:a16="http://schemas.microsoft.com/office/drawing/2014/main" val="1181051876"/>
                    </a:ext>
                  </a:extLst>
                </a:gridCol>
                <a:gridCol w="514108">
                  <a:extLst>
                    <a:ext uri="{9D8B030D-6E8A-4147-A177-3AD203B41FA5}">
                      <a16:colId xmlns:a16="http://schemas.microsoft.com/office/drawing/2014/main" val="1421742490"/>
                    </a:ext>
                  </a:extLst>
                </a:gridCol>
                <a:gridCol w="514108">
                  <a:extLst>
                    <a:ext uri="{9D8B030D-6E8A-4147-A177-3AD203B41FA5}">
                      <a16:colId xmlns:a16="http://schemas.microsoft.com/office/drawing/2014/main" val="17468802"/>
                    </a:ext>
                  </a:extLst>
                </a:gridCol>
                <a:gridCol w="1187624">
                  <a:extLst>
                    <a:ext uri="{9D8B030D-6E8A-4147-A177-3AD203B41FA5}">
                      <a16:colId xmlns:a16="http://schemas.microsoft.com/office/drawing/2014/main" val="2302660112"/>
                    </a:ext>
                  </a:extLst>
                </a:gridCol>
              </a:tblGrid>
              <a:tr h="298223">
                <a:tc>
                  <a:txBody>
                    <a:bodyPr/>
                    <a:lstStyle/>
                    <a:p>
                      <a:r>
                        <a:rPr lang="en-US" altLang="zh-CN" dirty="0"/>
                        <a:t>hour</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3884329229"/>
                  </a:ext>
                </a:extLst>
              </a:tr>
              <a:tr h="68414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state of device 1</a:t>
                      </a:r>
                      <a:endParaRPr lang="zh-CN" altLang="en-US" dirty="0"/>
                    </a:p>
                  </a:txBody>
                  <a:tcPr/>
                </a:tc>
                <a:tc>
                  <a:txBody>
                    <a:bodyPr/>
                    <a:lstStyle/>
                    <a:p>
                      <a:r>
                        <a:rPr lang="en-US" altLang="zh-CN" dirty="0"/>
                        <a:t>on</a:t>
                      </a:r>
                      <a:endParaRPr lang="zh-CN" altLang="en-US" dirty="0"/>
                    </a:p>
                  </a:txBody>
                  <a:tcPr/>
                </a:tc>
                <a:tc>
                  <a:txBody>
                    <a:bodyPr/>
                    <a:lstStyle/>
                    <a:p>
                      <a:r>
                        <a:rPr lang="en-US" altLang="zh-CN" dirty="0"/>
                        <a:t>on</a:t>
                      </a:r>
                      <a:endParaRPr lang="zh-CN" altLang="en-US" dirty="0"/>
                    </a:p>
                  </a:txBody>
                  <a:tcPr/>
                </a:tc>
                <a:tc>
                  <a:txBody>
                    <a:bodyPr/>
                    <a:lstStyle/>
                    <a:p>
                      <a:r>
                        <a:rPr lang="en-US" altLang="zh-CN" dirty="0"/>
                        <a:t>off</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2412376289"/>
                  </a:ext>
                </a:extLst>
              </a:tr>
            </a:tbl>
          </a:graphicData>
        </a:graphic>
      </p:graphicFrame>
      <p:graphicFrame>
        <p:nvGraphicFramePr>
          <p:cNvPr id="15" name="表格 3">
            <a:extLst>
              <a:ext uri="{FF2B5EF4-FFF2-40B4-BE49-F238E27FC236}">
                <a16:creationId xmlns:a16="http://schemas.microsoft.com/office/drawing/2014/main" id="{BA683602-566F-4E0B-859F-8B0C8F70C824}"/>
              </a:ext>
            </a:extLst>
          </p:cNvPr>
          <p:cNvGraphicFramePr>
            <a:graphicFrameLocks noGrp="1"/>
          </p:cNvGraphicFramePr>
          <p:nvPr>
            <p:extLst>
              <p:ext uri="{D42A27DB-BD31-4B8C-83A1-F6EECF244321}">
                <p14:modId xmlns:p14="http://schemas.microsoft.com/office/powerpoint/2010/main" val="3320190614"/>
              </p:ext>
            </p:extLst>
          </p:nvPr>
        </p:nvGraphicFramePr>
        <p:xfrm>
          <a:off x="610772" y="4348664"/>
          <a:ext cx="3939401" cy="1402080"/>
        </p:xfrm>
        <a:graphic>
          <a:graphicData uri="http://schemas.openxmlformats.org/drawingml/2006/table">
            <a:tbl>
              <a:tblPr firstRow="1" bandRow="1">
                <a:tableStyleId>{5C22544A-7EE6-4342-B048-85BDC9FD1C3A}</a:tableStyleId>
              </a:tblPr>
              <a:tblGrid>
                <a:gridCol w="1439323">
                  <a:extLst>
                    <a:ext uri="{9D8B030D-6E8A-4147-A177-3AD203B41FA5}">
                      <a16:colId xmlns:a16="http://schemas.microsoft.com/office/drawing/2014/main" val="4006632227"/>
                    </a:ext>
                  </a:extLst>
                </a:gridCol>
                <a:gridCol w="514044">
                  <a:extLst>
                    <a:ext uri="{9D8B030D-6E8A-4147-A177-3AD203B41FA5}">
                      <a16:colId xmlns:a16="http://schemas.microsoft.com/office/drawing/2014/main" val="1181051876"/>
                    </a:ext>
                  </a:extLst>
                </a:gridCol>
                <a:gridCol w="666076">
                  <a:extLst>
                    <a:ext uri="{9D8B030D-6E8A-4147-A177-3AD203B41FA5}">
                      <a16:colId xmlns:a16="http://schemas.microsoft.com/office/drawing/2014/main" val="1421742490"/>
                    </a:ext>
                  </a:extLst>
                </a:gridCol>
                <a:gridCol w="445323">
                  <a:extLst>
                    <a:ext uri="{9D8B030D-6E8A-4147-A177-3AD203B41FA5}">
                      <a16:colId xmlns:a16="http://schemas.microsoft.com/office/drawing/2014/main" val="17468802"/>
                    </a:ext>
                  </a:extLst>
                </a:gridCol>
                <a:gridCol w="874635">
                  <a:extLst>
                    <a:ext uri="{9D8B030D-6E8A-4147-A177-3AD203B41FA5}">
                      <a16:colId xmlns:a16="http://schemas.microsoft.com/office/drawing/2014/main" val="2302660112"/>
                    </a:ext>
                  </a:extLst>
                </a:gridCol>
              </a:tblGrid>
              <a:tr h="303046">
                <a:tc>
                  <a:txBody>
                    <a:bodyPr/>
                    <a:lstStyle/>
                    <a:p>
                      <a:r>
                        <a:rPr lang="en-US" altLang="zh-CN" dirty="0"/>
                        <a:t>hour</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3884329229"/>
                  </a:ext>
                </a:extLst>
              </a:tr>
              <a:tr h="44256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400" dirty="0"/>
                        <a:t>on-time of device 1</a:t>
                      </a:r>
                      <a:endParaRPr lang="zh-CN" altLang="en-US" sz="1400" dirty="0"/>
                    </a:p>
                  </a:txBody>
                  <a:tcPr/>
                </a:tc>
                <a:tc>
                  <a:txBody>
                    <a:bodyPr/>
                    <a:lstStyle/>
                    <a:p>
                      <a:r>
                        <a:rPr lang="en-US" altLang="zh-CN" sz="1600" dirty="0"/>
                        <a:t>1h</a:t>
                      </a:r>
                      <a:endParaRPr lang="zh-CN" altLang="en-US" sz="1600" dirty="0"/>
                    </a:p>
                  </a:txBody>
                  <a:tcPr/>
                </a:tc>
                <a:tc>
                  <a:txBody>
                    <a:bodyPr/>
                    <a:lstStyle/>
                    <a:p>
                      <a:r>
                        <a:rPr lang="en-US" altLang="zh-CN" sz="1600" dirty="0"/>
                        <a:t>0.8h</a:t>
                      </a:r>
                      <a:endParaRPr lang="zh-CN" altLang="en-US" sz="1600" dirty="0"/>
                    </a:p>
                  </a:txBody>
                  <a:tcPr/>
                </a:tc>
                <a:tc>
                  <a:txBody>
                    <a:bodyPr/>
                    <a:lstStyle/>
                    <a:p>
                      <a:r>
                        <a:rPr lang="en-US" altLang="zh-CN" sz="1600" dirty="0"/>
                        <a:t>0h</a:t>
                      </a:r>
                      <a:endParaRPr lang="zh-CN" altLang="en-US" sz="1600" dirty="0"/>
                    </a:p>
                  </a:txBody>
                  <a:tcPr/>
                </a:tc>
                <a:tc>
                  <a:txBody>
                    <a:bodyPr/>
                    <a:lstStyle/>
                    <a:p>
                      <a:r>
                        <a:rPr lang="en-US" altLang="zh-CN" sz="1600" dirty="0"/>
                        <a:t>…</a:t>
                      </a:r>
                      <a:endParaRPr lang="zh-CN" altLang="en-US" sz="1600" dirty="0"/>
                    </a:p>
                  </a:txBody>
                  <a:tcPr/>
                </a:tc>
                <a:extLst>
                  <a:ext uri="{0D108BD9-81ED-4DB2-BD59-A6C34878D82A}">
                    <a16:rowId xmlns:a16="http://schemas.microsoft.com/office/drawing/2014/main" val="2412376289"/>
                  </a:ext>
                </a:extLst>
              </a:tr>
              <a:tr h="51394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400" dirty="0"/>
                        <a:t>off-time of device 1</a:t>
                      </a:r>
                      <a:endParaRPr lang="zh-CN" altLang="en-US" sz="1400" dirty="0"/>
                    </a:p>
                  </a:txBody>
                  <a:tcPr/>
                </a:tc>
                <a:tc>
                  <a:txBody>
                    <a:bodyPr/>
                    <a:lstStyle/>
                    <a:p>
                      <a:r>
                        <a:rPr lang="en-US" altLang="zh-CN" sz="1600" dirty="0"/>
                        <a:t>0h</a:t>
                      </a:r>
                      <a:endParaRPr lang="zh-CN" altLang="en-US" sz="1600" dirty="0"/>
                    </a:p>
                  </a:txBody>
                  <a:tcPr/>
                </a:tc>
                <a:tc>
                  <a:txBody>
                    <a:bodyPr/>
                    <a:lstStyle/>
                    <a:p>
                      <a:r>
                        <a:rPr lang="en-US" altLang="zh-CN" sz="1600" dirty="0"/>
                        <a:t>0.2h</a:t>
                      </a:r>
                      <a:endParaRPr lang="zh-CN" altLang="en-US" sz="1600" dirty="0"/>
                    </a:p>
                  </a:txBody>
                  <a:tcPr/>
                </a:tc>
                <a:tc>
                  <a:txBody>
                    <a:bodyPr/>
                    <a:lstStyle/>
                    <a:p>
                      <a:r>
                        <a:rPr lang="en-US" altLang="zh-CN" sz="1600" dirty="0"/>
                        <a:t>1h</a:t>
                      </a:r>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851647095"/>
                  </a:ext>
                </a:extLst>
              </a:tr>
            </a:tbl>
          </a:graphicData>
        </a:graphic>
      </p:graphicFrame>
      <p:sp>
        <p:nvSpPr>
          <p:cNvPr id="4" name="文本框 3">
            <a:extLst>
              <a:ext uri="{FF2B5EF4-FFF2-40B4-BE49-F238E27FC236}">
                <a16:creationId xmlns:a16="http://schemas.microsoft.com/office/drawing/2014/main" id="{FB391677-BD27-495F-AF08-52E65BA15C1C}"/>
              </a:ext>
            </a:extLst>
          </p:cNvPr>
          <p:cNvSpPr txBox="1"/>
          <p:nvPr/>
        </p:nvSpPr>
        <p:spPr>
          <a:xfrm>
            <a:off x="0" y="3342634"/>
            <a:ext cx="657552" cy="369332"/>
          </a:xfrm>
          <a:prstGeom prst="rect">
            <a:avLst/>
          </a:prstGeom>
          <a:ln>
            <a:noFill/>
          </a:ln>
        </p:spPr>
        <p:txBody>
          <a:bodyPr wrap="none" rtlCol="0">
            <a:spAutoFit/>
          </a:bodyPr>
          <a:lstStyle/>
          <a:p>
            <a:r>
              <a:rPr lang="en-US" altLang="zh-CN" dirty="0"/>
              <a:t>STN</a:t>
            </a:r>
            <a:endParaRPr lang="zh-CN" altLang="en-US" dirty="0"/>
          </a:p>
        </p:txBody>
      </p:sp>
      <p:sp>
        <p:nvSpPr>
          <p:cNvPr id="17" name="文本框 16">
            <a:extLst>
              <a:ext uri="{FF2B5EF4-FFF2-40B4-BE49-F238E27FC236}">
                <a16:creationId xmlns:a16="http://schemas.microsoft.com/office/drawing/2014/main" id="{7C1AEA21-F213-4837-9409-30AD1B7A1680}"/>
              </a:ext>
            </a:extLst>
          </p:cNvPr>
          <p:cNvSpPr txBox="1"/>
          <p:nvPr/>
        </p:nvSpPr>
        <p:spPr>
          <a:xfrm>
            <a:off x="0" y="5767172"/>
            <a:ext cx="2173993" cy="369332"/>
          </a:xfrm>
          <a:prstGeom prst="rect">
            <a:avLst/>
          </a:prstGeom>
          <a:ln>
            <a:noFill/>
          </a:ln>
        </p:spPr>
        <p:txBody>
          <a:bodyPr wrap="none" rtlCol="0">
            <a:spAutoFit/>
          </a:bodyPr>
          <a:lstStyle/>
          <a:p>
            <a:r>
              <a:rPr lang="en-US" altLang="zh-CN" dirty="0"/>
              <a:t>LSTN: linear STN</a:t>
            </a:r>
            <a:endParaRPr lang="zh-CN" altLang="en-US" dirty="0"/>
          </a:p>
        </p:txBody>
      </p:sp>
      <p:sp>
        <p:nvSpPr>
          <p:cNvPr id="5" name="箭头: 下 4">
            <a:extLst>
              <a:ext uri="{FF2B5EF4-FFF2-40B4-BE49-F238E27FC236}">
                <a16:creationId xmlns:a16="http://schemas.microsoft.com/office/drawing/2014/main" id="{F872AAC2-92A3-4576-9D27-668C4C413772}"/>
              </a:ext>
            </a:extLst>
          </p:cNvPr>
          <p:cNvSpPr/>
          <p:nvPr/>
        </p:nvSpPr>
        <p:spPr>
          <a:xfrm>
            <a:off x="2366681" y="4014612"/>
            <a:ext cx="359119" cy="26391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D3DF7FF9-37E0-4EBC-8318-66C6DBB5F720}"/>
              </a:ext>
            </a:extLst>
          </p:cNvPr>
          <p:cNvSpPr/>
          <p:nvPr/>
        </p:nvSpPr>
        <p:spPr>
          <a:xfrm>
            <a:off x="2538480" y="4293842"/>
            <a:ext cx="719673" cy="1539466"/>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7" name="直接箭头连接符 6">
            <a:extLst>
              <a:ext uri="{FF2B5EF4-FFF2-40B4-BE49-F238E27FC236}">
                <a16:creationId xmlns:a16="http://schemas.microsoft.com/office/drawing/2014/main" id="{8DDAC77C-7BA5-4864-AC7E-F95E80E11B27}"/>
              </a:ext>
            </a:extLst>
          </p:cNvPr>
          <p:cNvCxnSpPr>
            <a:cxnSpLocks/>
            <a:endCxn id="8" idx="1"/>
          </p:cNvCxnSpPr>
          <p:nvPr/>
        </p:nvCxnSpPr>
        <p:spPr>
          <a:xfrm flipV="1">
            <a:off x="2851981" y="4170022"/>
            <a:ext cx="1983541" cy="9824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8" name="图片 7">
            <a:extLst>
              <a:ext uri="{FF2B5EF4-FFF2-40B4-BE49-F238E27FC236}">
                <a16:creationId xmlns:a16="http://schemas.microsoft.com/office/drawing/2014/main" id="{7B4C0923-73FE-4F01-B0B7-6450D85EE94F}"/>
              </a:ext>
            </a:extLst>
          </p:cNvPr>
          <p:cNvPicPr>
            <a:picLocks noChangeAspect="1"/>
          </p:cNvPicPr>
          <p:nvPr/>
        </p:nvPicPr>
        <p:blipFill>
          <a:blip r:embed="rId2"/>
          <a:stretch>
            <a:fillRect/>
          </a:stretch>
        </p:blipFill>
        <p:spPr>
          <a:xfrm>
            <a:off x="4835522" y="3185279"/>
            <a:ext cx="3618196" cy="1969485"/>
          </a:xfrm>
          <a:prstGeom prst="rect">
            <a:avLst/>
          </a:prstGeom>
        </p:spPr>
      </p:pic>
      <p:pic>
        <p:nvPicPr>
          <p:cNvPr id="12" name="图片 11">
            <a:extLst>
              <a:ext uri="{FF2B5EF4-FFF2-40B4-BE49-F238E27FC236}">
                <a16:creationId xmlns:a16="http://schemas.microsoft.com/office/drawing/2014/main" id="{0F90EB55-AE3B-4DAC-A359-D61CB0FED5F4}"/>
              </a:ext>
            </a:extLst>
          </p:cNvPr>
          <p:cNvPicPr>
            <a:picLocks noChangeAspect="1"/>
          </p:cNvPicPr>
          <p:nvPr/>
        </p:nvPicPr>
        <p:blipFill>
          <a:blip r:embed="rId3"/>
          <a:stretch>
            <a:fillRect/>
          </a:stretch>
        </p:blipFill>
        <p:spPr>
          <a:xfrm>
            <a:off x="7109012" y="3068622"/>
            <a:ext cx="1810108" cy="388838"/>
          </a:xfrm>
          <a:prstGeom prst="rect">
            <a:avLst/>
          </a:prstGeom>
        </p:spPr>
      </p:pic>
      <p:pic>
        <p:nvPicPr>
          <p:cNvPr id="13" name="图片 12">
            <a:extLst>
              <a:ext uri="{FF2B5EF4-FFF2-40B4-BE49-F238E27FC236}">
                <a16:creationId xmlns:a16="http://schemas.microsoft.com/office/drawing/2014/main" id="{8035B60C-9FE9-4957-9BDE-E32A19C56148}"/>
              </a:ext>
            </a:extLst>
          </p:cNvPr>
          <p:cNvPicPr>
            <a:picLocks noChangeAspect="1"/>
          </p:cNvPicPr>
          <p:nvPr/>
        </p:nvPicPr>
        <p:blipFill>
          <a:blip r:embed="rId4"/>
          <a:stretch>
            <a:fillRect/>
          </a:stretch>
        </p:blipFill>
        <p:spPr>
          <a:xfrm>
            <a:off x="7253121" y="3527931"/>
            <a:ext cx="1580970" cy="868751"/>
          </a:xfrm>
          <a:prstGeom prst="rect">
            <a:avLst/>
          </a:prstGeom>
        </p:spPr>
      </p:pic>
      <p:sp>
        <p:nvSpPr>
          <p:cNvPr id="28" name="矩形 27">
            <a:extLst>
              <a:ext uri="{FF2B5EF4-FFF2-40B4-BE49-F238E27FC236}">
                <a16:creationId xmlns:a16="http://schemas.microsoft.com/office/drawing/2014/main" id="{C838EE0D-3FDC-4C64-B9BB-04CE52D9BB8A}"/>
              </a:ext>
            </a:extLst>
          </p:cNvPr>
          <p:cNvSpPr/>
          <p:nvPr/>
        </p:nvSpPr>
        <p:spPr>
          <a:xfrm>
            <a:off x="8474254" y="3068622"/>
            <a:ext cx="526311"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8FF0A3EE-F851-4EE8-B510-15E595A67C76}"/>
              </a:ext>
            </a:extLst>
          </p:cNvPr>
          <p:cNvSpPr/>
          <p:nvPr/>
        </p:nvSpPr>
        <p:spPr>
          <a:xfrm>
            <a:off x="7253121" y="3583023"/>
            <a:ext cx="599961"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42F28811-3872-42E9-9E06-92060BD9CA19}"/>
              </a:ext>
            </a:extLst>
          </p:cNvPr>
          <p:cNvSpPr/>
          <p:nvPr/>
        </p:nvSpPr>
        <p:spPr>
          <a:xfrm>
            <a:off x="7377953" y="3985870"/>
            <a:ext cx="965971" cy="362793"/>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9" name="灯片编号占位符 1">
            <a:extLst>
              <a:ext uri="{FF2B5EF4-FFF2-40B4-BE49-F238E27FC236}">
                <a16:creationId xmlns:a16="http://schemas.microsoft.com/office/drawing/2014/main" id="{87C42432-8DC8-433C-9C26-BC1524745D59}"/>
              </a:ext>
            </a:extLst>
          </p:cNvPr>
          <p:cNvSpPr txBox="1">
            <a:spLocks/>
          </p:cNvSpPr>
          <p:nvPr/>
        </p:nvSpPr>
        <p:spPr>
          <a:xfrm>
            <a:off x="8250148" y="6492875"/>
            <a:ext cx="661668"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5</a:t>
            </a:fld>
            <a:r>
              <a:rPr lang="en-US" altLang="zh-CN" sz="1400" dirty="0">
                <a:solidFill>
                  <a:schemeClr val="bg1"/>
                </a:solidFill>
                <a:cs typeface="+mn-ea"/>
                <a:sym typeface="+mn-lt"/>
              </a:rPr>
              <a:t> /9</a:t>
            </a:r>
            <a:endParaRPr lang="zh-CN" altLang="en-US" sz="1400" dirty="0">
              <a:solidFill>
                <a:schemeClr val="bg1"/>
              </a:solidFill>
              <a:cs typeface="+mn-ea"/>
              <a:sym typeface="+mn-lt"/>
            </a:endParaRPr>
          </a:p>
        </p:txBody>
      </p:sp>
    </p:spTree>
    <p:extLst>
      <p:ext uri="{BB962C8B-B14F-4D97-AF65-F5344CB8AC3E}">
        <p14:creationId xmlns:p14="http://schemas.microsoft.com/office/powerpoint/2010/main" val="120363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500" fill="hold"/>
                                        <p:tgtEl>
                                          <p:spTgt spid="32"/>
                                        </p:tgtEl>
                                        <p:attrNameLst>
                                          <p:attrName>ppt_x</p:attrName>
                                        </p:attrNameLst>
                                      </p:cBhvr>
                                      <p:tavLst>
                                        <p:tav tm="0">
                                          <p:val>
                                            <p:strVal val="#ppt_x"/>
                                          </p:val>
                                        </p:tav>
                                        <p:tav tm="100000">
                                          <p:val>
                                            <p:strVal val="#ppt_x"/>
                                          </p:val>
                                        </p:tav>
                                      </p:tavLst>
                                    </p:anim>
                                    <p:anim calcmode="lin" valueType="num">
                                      <p:cBhvr additive="base">
                                        <p:cTn id="36" dur="500" fill="hold"/>
                                        <p:tgtEl>
                                          <p:spTgt spid="3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0" grpId="0" animBg="1"/>
      <p:bldP spid="28" grpId="0" animBg="1"/>
      <p:bldP spid="29"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Methodology</a:t>
            </a:r>
          </a:p>
        </p:txBody>
      </p:sp>
      <p:sp>
        <p:nvSpPr>
          <p:cNvPr id="47" name="文本框 46">
            <a:extLst>
              <a:ext uri="{FF2B5EF4-FFF2-40B4-BE49-F238E27FC236}">
                <a16:creationId xmlns:a16="http://schemas.microsoft.com/office/drawing/2014/main" id="{B89A28A5-5452-4A4E-A041-C668B6663EBD}"/>
              </a:ext>
            </a:extLst>
          </p:cNvPr>
          <p:cNvSpPr txBox="1"/>
          <p:nvPr/>
        </p:nvSpPr>
        <p:spPr>
          <a:xfrm>
            <a:off x="-1317812" y="1059012"/>
            <a:ext cx="8087229"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uLnTx/>
                <a:uFillTx/>
              </a:rPr>
              <a:t>Use </a:t>
            </a:r>
            <a:r>
              <a:rPr kumimoji="0" lang="en-US" altLang="zh-CN" sz="2000" b="0" i="0" u="none" strike="noStrike" kern="0" cap="none" spc="0" normalizeH="0" baseline="0" noProof="0" dirty="0">
                <a:ln>
                  <a:noFill/>
                </a:ln>
                <a:solidFill>
                  <a:schemeClr val="tx1"/>
                </a:solidFill>
                <a:effectLst/>
                <a:highlight>
                  <a:srgbClr val="FFFF00"/>
                </a:highlight>
                <a:uLnTx/>
                <a:uFillTx/>
              </a:rPr>
              <a:t>operating time </a:t>
            </a:r>
            <a:r>
              <a:rPr kumimoji="0" lang="en-US" altLang="zh-CN" sz="2000" b="0" i="0" u="none" strike="noStrike" kern="0" cap="none" spc="0" normalizeH="0" baseline="0" noProof="0" dirty="0">
                <a:ln>
                  <a:noFill/>
                </a:ln>
                <a:solidFill>
                  <a:schemeClr val="tx1"/>
                </a:solidFill>
                <a:effectLst/>
                <a:uLnTx/>
                <a:uFillTx/>
              </a:rPr>
              <a:t>as the variable</a:t>
            </a:r>
            <a:endParaRPr kumimoji="0" lang="zh-CN" altLang="en-US" sz="2000" b="0" i="0" u="none" strike="noStrike" kern="0" cap="none" spc="0" normalizeH="0" baseline="0" noProof="0" dirty="0">
              <a:ln>
                <a:noFill/>
              </a:ln>
              <a:solidFill>
                <a:schemeClr val="tx1"/>
              </a:solidFill>
              <a:effectLst/>
              <a:uLnTx/>
              <a:uFillTx/>
            </a:endParaRPr>
          </a:p>
        </p:txBody>
      </p:sp>
      <p:pic>
        <p:nvPicPr>
          <p:cNvPr id="6" name="图片 5">
            <a:extLst>
              <a:ext uri="{FF2B5EF4-FFF2-40B4-BE49-F238E27FC236}">
                <a16:creationId xmlns:a16="http://schemas.microsoft.com/office/drawing/2014/main" id="{F611F431-CCD0-4598-BAEB-3C8EA864CEB1}"/>
              </a:ext>
            </a:extLst>
          </p:cNvPr>
          <p:cNvPicPr>
            <a:picLocks noChangeAspect="1"/>
          </p:cNvPicPr>
          <p:nvPr/>
        </p:nvPicPr>
        <p:blipFill>
          <a:blip r:embed="rId2"/>
          <a:stretch>
            <a:fillRect/>
          </a:stretch>
        </p:blipFill>
        <p:spPr>
          <a:xfrm>
            <a:off x="649743" y="3331602"/>
            <a:ext cx="3405938" cy="858318"/>
          </a:xfrm>
          <a:prstGeom prst="rect">
            <a:avLst/>
          </a:prstGeom>
        </p:spPr>
      </p:pic>
      <p:pic>
        <p:nvPicPr>
          <p:cNvPr id="9" name="图片 8">
            <a:extLst>
              <a:ext uri="{FF2B5EF4-FFF2-40B4-BE49-F238E27FC236}">
                <a16:creationId xmlns:a16="http://schemas.microsoft.com/office/drawing/2014/main" id="{01EB62C7-547A-4564-BE05-46E947163010}"/>
              </a:ext>
            </a:extLst>
          </p:cNvPr>
          <p:cNvPicPr>
            <a:picLocks noChangeAspect="1"/>
          </p:cNvPicPr>
          <p:nvPr/>
        </p:nvPicPr>
        <p:blipFill>
          <a:blip r:embed="rId3"/>
          <a:stretch>
            <a:fillRect/>
          </a:stretch>
        </p:blipFill>
        <p:spPr>
          <a:xfrm>
            <a:off x="524796" y="2581355"/>
            <a:ext cx="3492315" cy="654456"/>
          </a:xfrm>
          <a:prstGeom prst="rect">
            <a:avLst/>
          </a:prstGeom>
        </p:spPr>
      </p:pic>
      <p:pic>
        <p:nvPicPr>
          <p:cNvPr id="10" name="图片 9">
            <a:extLst>
              <a:ext uri="{FF2B5EF4-FFF2-40B4-BE49-F238E27FC236}">
                <a16:creationId xmlns:a16="http://schemas.microsoft.com/office/drawing/2014/main" id="{487CEF66-F492-4F2C-9E49-A91ABCE23E14}"/>
              </a:ext>
            </a:extLst>
          </p:cNvPr>
          <p:cNvPicPr>
            <a:picLocks noChangeAspect="1"/>
          </p:cNvPicPr>
          <p:nvPr/>
        </p:nvPicPr>
        <p:blipFill>
          <a:blip r:embed="rId4"/>
          <a:stretch>
            <a:fillRect/>
          </a:stretch>
        </p:blipFill>
        <p:spPr>
          <a:xfrm>
            <a:off x="620469" y="2202416"/>
            <a:ext cx="3306786" cy="359311"/>
          </a:xfrm>
          <a:prstGeom prst="rect">
            <a:avLst/>
          </a:prstGeom>
        </p:spPr>
      </p:pic>
      <p:pic>
        <p:nvPicPr>
          <p:cNvPr id="11" name="图片 10">
            <a:extLst>
              <a:ext uri="{FF2B5EF4-FFF2-40B4-BE49-F238E27FC236}">
                <a16:creationId xmlns:a16="http://schemas.microsoft.com/office/drawing/2014/main" id="{3B9A2AD3-2E25-4E50-905F-A52A7ABF85A5}"/>
              </a:ext>
            </a:extLst>
          </p:cNvPr>
          <p:cNvPicPr>
            <a:picLocks noChangeAspect="1"/>
          </p:cNvPicPr>
          <p:nvPr/>
        </p:nvPicPr>
        <p:blipFill>
          <a:blip r:embed="rId5"/>
          <a:stretch>
            <a:fillRect/>
          </a:stretch>
        </p:blipFill>
        <p:spPr>
          <a:xfrm>
            <a:off x="524796" y="1782603"/>
            <a:ext cx="3306786" cy="321650"/>
          </a:xfrm>
          <a:prstGeom prst="rect">
            <a:avLst/>
          </a:prstGeom>
        </p:spPr>
      </p:pic>
      <p:pic>
        <p:nvPicPr>
          <p:cNvPr id="14" name="图片 13">
            <a:extLst>
              <a:ext uri="{FF2B5EF4-FFF2-40B4-BE49-F238E27FC236}">
                <a16:creationId xmlns:a16="http://schemas.microsoft.com/office/drawing/2014/main" id="{089E1918-6296-4039-AB92-57CEF3AF8ABF}"/>
              </a:ext>
            </a:extLst>
          </p:cNvPr>
          <p:cNvPicPr>
            <a:picLocks noChangeAspect="1"/>
          </p:cNvPicPr>
          <p:nvPr/>
        </p:nvPicPr>
        <p:blipFill>
          <a:blip r:embed="rId6"/>
          <a:stretch>
            <a:fillRect/>
          </a:stretch>
        </p:blipFill>
        <p:spPr>
          <a:xfrm>
            <a:off x="459883" y="4308343"/>
            <a:ext cx="3720744" cy="1320741"/>
          </a:xfrm>
          <a:prstGeom prst="rect">
            <a:avLst/>
          </a:prstGeom>
        </p:spPr>
      </p:pic>
      <p:sp>
        <p:nvSpPr>
          <p:cNvPr id="24" name="矩形 23">
            <a:extLst>
              <a:ext uri="{FF2B5EF4-FFF2-40B4-BE49-F238E27FC236}">
                <a16:creationId xmlns:a16="http://schemas.microsoft.com/office/drawing/2014/main" id="{32A5AE5A-2AB3-4665-AF0E-1BB2A873D88C}"/>
              </a:ext>
            </a:extLst>
          </p:cNvPr>
          <p:cNvSpPr/>
          <p:nvPr/>
        </p:nvSpPr>
        <p:spPr>
          <a:xfrm>
            <a:off x="1874013" y="2219753"/>
            <a:ext cx="465776"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24504502-087E-4113-860D-07676F7286DC}"/>
              </a:ext>
            </a:extLst>
          </p:cNvPr>
          <p:cNvSpPr/>
          <p:nvPr/>
        </p:nvSpPr>
        <p:spPr>
          <a:xfrm>
            <a:off x="621220" y="2577861"/>
            <a:ext cx="465776"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8473AD0-5885-4C5F-AD7A-E479D863F8FE}"/>
              </a:ext>
            </a:extLst>
          </p:cNvPr>
          <p:cNvSpPr/>
          <p:nvPr/>
        </p:nvSpPr>
        <p:spPr>
          <a:xfrm>
            <a:off x="986508" y="2961799"/>
            <a:ext cx="465776"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68C32D85-8C22-4BAD-915F-87582318D3E1}"/>
              </a:ext>
            </a:extLst>
          </p:cNvPr>
          <p:cNvSpPr/>
          <p:nvPr/>
        </p:nvSpPr>
        <p:spPr>
          <a:xfrm>
            <a:off x="2352711" y="4313814"/>
            <a:ext cx="465776"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92D0ABC3-2E24-4625-9E75-B0175E41C0CA}"/>
              </a:ext>
            </a:extLst>
          </p:cNvPr>
          <p:cNvSpPr/>
          <p:nvPr/>
        </p:nvSpPr>
        <p:spPr>
          <a:xfrm>
            <a:off x="3438543" y="4676921"/>
            <a:ext cx="465776"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96A8F9F-AB12-4E67-A9E0-449E67AF16F6}"/>
              </a:ext>
            </a:extLst>
          </p:cNvPr>
          <p:cNvSpPr/>
          <p:nvPr/>
        </p:nvSpPr>
        <p:spPr>
          <a:xfrm>
            <a:off x="2259301" y="5333538"/>
            <a:ext cx="465776" cy="27401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18ED533E-575A-47FE-986E-E032619F2B29}"/>
              </a:ext>
            </a:extLst>
          </p:cNvPr>
          <p:cNvPicPr>
            <a:picLocks noChangeAspect="1"/>
          </p:cNvPicPr>
          <p:nvPr/>
        </p:nvPicPr>
        <p:blipFill>
          <a:blip r:embed="rId7"/>
          <a:stretch>
            <a:fillRect/>
          </a:stretch>
        </p:blipFill>
        <p:spPr>
          <a:xfrm>
            <a:off x="4572000" y="3692378"/>
            <a:ext cx="4218505" cy="1915172"/>
          </a:xfrm>
          <a:prstGeom prst="rect">
            <a:avLst/>
          </a:prstGeom>
        </p:spPr>
      </p:pic>
      <p:sp>
        <p:nvSpPr>
          <p:cNvPr id="35" name="文本框 34">
            <a:extLst>
              <a:ext uri="{FF2B5EF4-FFF2-40B4-BE49-F238E27FC236}">
                <a16:creationId xmlns:a16="http://schemas.microsoft.com/office/drawing/2014/main" id="{31825DED-0E95-4819-86F1-F0884CC1F328}"/>
              </a:ext>
            </a:extLst>
          </p:cNvPr>
          <p:cNvSpPr txBox="1"/>
          <p:nvPr/>
        </p:nvSpPr>
        <p:spPr>
          <a:xfrm>
            <a:off x="4941501" y="1733353"/>
            <a:ext cx="3552756" cy="1876732"/>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A linear model</a:t>
            </a:r>
          </a:p>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rPr>
              <a:t>Fast to co</a:t>
            </a:r>
            <a:r>
              <a:rPr lang="en-US" altLang="zh-CN" sz="2000" b="0" kern="0" dirty="0" err="1">
                <a:solidFill>
                  <a:schemeClr val="tx1"/>
                </a:solidFill>
              </a:rPr>
              <a:t>mpute</a:t>
            </a:r>
            <a:endParaRPr lang="en-US" altLang="zh-CN" sz="2000" b="0" kern="0" dirty="0">
              <a:solidFill>
                <a:schemeClr val="tx1"/>
              </a:solidFill>
            </a:endParaRP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Suits aggregation</a:t>
            </a:r>
          </a:p>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rPr>
              <a:t>Accuracy?</a:t>
            </a:r>
          </a:p>
        </p:txBody>
      </p:sp>
      <p:sp>
        <p:nvSpPr>
          <p:cNvPr id="17" name="灯片编号占位符 1">
            <a:extLst>
              <a:ext uri="{FF2B5EF4-FFF2-40B4-BE49-F238E27FC236}">
                <a16:creationId xmlns:a16="http://schemas.microsoft.com/office/drawing/2014/main" id="{F36484D0-2FC3-416E-B70D-1A631AF58B24}"/>
              </a:ext>
            </a:extLst>
          </p:cNvPr>
          <p:cNvSpPr txBox="1">
            <a:spLocks/>
          </p:cNvSpPr>
          <p:nvPr/>
        </p:nvSpPr>
        <p:spPr>
          <a:xfrm>
            <a:off x="8260422" y="6492875"/>
            <a:ext cx="651394"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6</a:t>
            </a:fld>
            <a:r>
              <a:rPr lang="en-US" altLang="zh-CN" sz="1400" dirty="0">
                <a:solidFill>
                  <a:schemeClr val="bg1"/>
                </a:solidFill>
                <a:cs typeface="+mn-ea"/>
                <a:sym typeface="+mn-lt"/>
              </a:rPr>
              <a:t> /9</a:t>
            </a:r>
            <a:endParaRPr lang="zh-CN" altLang="en-US" sz="1400" dirty="0">
              <a:solidFill>
                <a:schemeClr val="bg1"/>
              </a:solidFill>
              <a:cs typeface="+mn-ea"/>
              <a:sym typeface="+mn-lt"/>
            </a:endParaRPr>
          </a:p>
        </p:txBody>
      </p:sp>
      <p:sp>
        <p:nvSpPr>
          <p:cNvPr id="18" name="文本框 17">
            <a:extLst>
              <a:ext uri="{FF2B5EF4-FFF2-40B4-BE49-F238E27FC236}">
                <a16:creationId xmlns:a16="http://schemas.microsoft.com/office/drawing/2014/main" id="{B368C2F2-1572-4232-AFBB-5A2E8C4EF798}"/>
              </a:ext>
            </a:extLst>
          </p:cNvPr>
          <p:cNvSpPr txBox="1"/>
          <p:nvPr/>
        </p:nvSpPr>
        <p:spPr>
          <a:xfrm>
            <a:off x="4524495" y="5518997"/>
            <a:ext cx="4782329" cy="646331"/>
          </a:xfrm>
          <a:prstGeom prst="rect">
            <a:avLst/>
          </a:prstGeom>
          <a:noFill/>
          <a:ln>
            <a:noFill/>
          </a:ln>
        </p:spPr>
        <p:txBody>
          <a:bodyPr wrap="square">
            <a:spAutoFit/>
          </a:bodyPr>
          <a:lstStyle/>
          <a:p>
            <a:r>
              <a:rPr lang="en-US" altLang="zh-CN" sz="1800" b="0" kern="0" dirty="0">
                <a:solidFill>
                  <a:schemeClr val="tx1"/>
                </a:solidFill>
              </a:rPr>
              <a:t>A two-layer framework for aggregating</a:t>
            </a:r>
          </a:p>
          <a:p>
            <a:r>
              <a:rPr lang="en-US" altLang="zh-CN" kern="0" dirty="0"/>
              <a:t>industrial facilities for large-scale DR</a:t>
            </a:r>
            <a:endParaRPr lang="zh-CN" altLang="en-US" dirty="0"/>
          </a:p>
        </p:txBody>
      </p:sp>
      <p:sp>
        <p:nvSpPr>
          <p:cNvPr id="19" name="文本框 18">
            <a:extLst>
              <a:ext uri="{FF2B5EF4-FFF2-40B4-BE49-F238E27FC236}">
                <a16:creationId xmlns:a16="http://schemas.microsoft.com/office/drawing/2014/main" id="{FE6E22E8-35F8-418F-897B-49B7AC396BB5}"/>
              </a:ext>
            </a:extLst>
          </p:cNvPr>
          <p:cNvSpPr txBox="1"/>
          <p:nvPr/>
        </p:nvSpPr>
        <p:spPr>
          <a:xfrm>
            <a:off x="854108" y="5518997"/>
            <a:ext cx="2755615" cy="646331"/>
          </a:xfrm>
          <a:prstGeom prst="rect">
            <a:avLst/>
          </a:prstGeom>
          <a:noFill/>
          <a:ln>
            <a:noFill/>
          </a:ln>
        </p:spPr>
        <p:txBody>
          <a:bodyPr wrap="square">
            <a:spAutoFit/>
          </a:bodyPr>
          <a:lstStyle/>
          <a:p>
            <a:r>
              <a:rPr lang="en-US" altLang="zh-CN" sz="1800" b="0" kern="0" dirty="0">
                <a:solidFill>
                  <a:schemeClr val="tx1"/>
                </a:solidFill>
              </a:rPr>
              <a:t>No need to worry about the equations :)</a:t>
            </a:r>
            <a:endParaRPr lang="zh-CN" altLang="en-US" dirty="0"/>
          </a:p>
        </p:txBody>
      </p:sp>
    </p:spTree>
    <p:extLst>
      <p:ext uri="{BB962C8B-B14F-4D97-AF65-F5344CB8AC3E}">
        <p14:creationId xmlns:p14="http://schemas.microsoft.com/office/powerpoint/2010/main" val="2729756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Case Study</a:t>
            </a:r>
          </a:p>
        </p:txBody>
      </p:sp>
      <p:sp>
        <p:nvSpPr>
          <p:cNvPr id="48" name="文本框 47">
            <a:extLst>
              <a:ext uri="{FF2B5EF4-FFF2-40B4-BE49-F238E27FC236}">
                <a16:creationId xmlns:a16="http://schemas.microsoft.com/office/drawing/2014/main" id="{29D2A8D3-08B1-445E-8C4E-56C205B8F0D2}"/>
              </a:ext>
            </a:extLst>
          </p:cNvPr>
          <p:cNvSpPr txBox="1"/>
          <p:nvPr/>
        </p:nvSpPr>
        <p:spPr>
          <a:xfrm>
            <a:off x="758578" y="1079173"/>
            <a:ext cx="7686779" cy="1415067"/>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Tested using electricity price of PJM and parameters of a steel powder manufacturing.</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“True” value: STN-2min (it takes 2 min to switch)</a:t>
            </a:r>
          </a:p>
        </p:txBody>
      </p:sp>
      <p:sp>
        <p:nvSpPr>
          <p:cNvPr id="19" name="灯片编号占位符 1">
            <a:extLst>
              <a:ext uri="{FF2B5EF4-FFF2-40B4-BE49-F238E27FC236}">
                <a16:creationId xmlns:a16="http://schemas.microsoft.com/office/drawing/2014/main" id="{35A5097B-0317-4729-B9BA-946BA6DDB91F}"/>
              </a:ext>
            </a:extLst>
          </p:cNvPr>
          <p:cNvSpPr txBox="1">
            <a:spLocks/>
          </p:cNvSpPr>
          <p:nvPr/>
        </p:nvSpPr>
        <p:spPr>
          <a:xfrm>
            <a:off x="8342616" y="6492875"/>
            <a:ext cx="569200"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7</a:t>
            </a:fld>
            <a:r>
              <a:rPr lang="en-US" altLang="zh-CN" sz="1400" dirty="0">
                <a:solidFill>
                  <a:schemeClr val="bg1"/>
                </a:solidFill>
                <a:cs typeface="+mn-ea"/>
                <a:sym typeface="+mn-lt"/>
              </a:rPr>
              <a:t> /9</a:t>
            </a:r>
            <a:endParaRPr lang="zh-CN" altLang="en-US" sz="1400" dirty="0">
              <a:solidFill>
                <a:schemeClr val="bg1"/>
              </a:solidFill>
              <a:cs typeface="+mn-ea"/>
              <a:sym typeface="+mn-lt"/>
            </a:endParaRPr>
          </a:p>
        </p:txBody>
      </p:sp>
      <p:pic>
        <p:nvPicPr>
          <p:cNvPr id="7" name="图片 6">
            <a:extLst>
              <a:ext uri="{FF2B5EF4-FFF2-40B4-BE49-F238E27FC236}">
                <a16:creationId xmlns:a16="http://schemas.microsoft.com/office/drawing/2014/main" id="{DB10B488-44F8-4B8C-8AC6-B9DCB2A449EA}"/>
              </a:ext>
            </a:extLst>
          </p:cNvPr>
          <p:cNvPicPr>
            <a:picLocks noChangeAspect="1"/>
          </p:cNvPicPr>
          <p:nvPr/>
        </p:nvPicPr>
        <p:blipFill rotWithShape="1">
          <a:blip r:embed="rId2"/>
          <a:srcRect l="16197" r="12921" b="21067"/>
          <a:stretch/>
        </p:blipFill>
        <p:spPr>
          <a:xfrm>
            <a:off x="1376738" y="3699862"/>
            <a:ext cx="5760403" cy="2438648"/>
          </a:xfrm>
          <a:prstGeom prst="rect">
            <a:avLst/>
          </a:prstGeom>
        </p:spPr>
      </p:pic>
      <p:pic>
        <p:nvPicPr>
          <p:cNvPr id="15" name="图片 14">
            <a:extLst>
              <a:ext uri="{FF2B5EF4-FFF2-40B4-BE49-F238E27FC236}">
                <a16:creationId xmlns:a16="http://schemas.microsoft.com/office/drawing/2014/main" id="{1D61608A-CE98-4F55-B0C4-C4B637DD8344}"/>
              </a:ext>
            </a:extLst>
          </p:cNvPr>
          <p:cNvPicPr>
            <a:picLocks noChangeAspect="1"/>
          </p:cNvPicPr>
          <p:nvPr/>
        </p:nvPicPr>
        <p:blipFill>
          <a:blip r:embed="rId3"/>
          <a:stretch>
            <a:fillRect/>
          </a:stretch>
        </p:blipFill>
        <p:spPr>
          <a:xfrm>
            <a:off x="365125" y="2494240"/>
            <a:ext cx="8245516" cy="1276376"/>
          </a:xfrm>
          <a:prstGeom prst="rect">
            <a:avLst/>
          </a:prstGeom>
        </p:spPr>
      </p:pic>
    </p:spTree>
    <p:extLst>
      <p:ext uri="{BB962C8B-B14F-4D97-AF65-F5344CB8AC3E}">
        <p14:creationId xmlns:p14="http://schemas.microsoft.com/office/powerpoint/2010/main" val="23191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Results</a:t>
            </a:r>
          </a:p>
        </p:txBody>
      </p:sp>
      <p:sp>
        <p:nvSpPr>
          <p:cNvPr id="47" name="文本框 46">
            <a:extLst>
              <a:ext uri="{FF2B5EF4-FFF2-40B4-BE49-F238E27FC236}">
                <a16:creationId xmlns:a16="http://schemas.microsoft.com/office/drawing/2014/main" id="{B89A28A5-5452-4A4E-A041-C668B6663EBD}"/>
              </a:ext>
            </a:extLst>
          </p:cNvPr>
          <p:cNvSpPr txBox="1"/>
          <p:nvPr/>
        </p:nvSpPr>
        <p:spPr>
          <a:xfrm>
            <a:off x="716345" y="1254759"/>
            <a:ext cx="3283865"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i="0" u="none" strike="noStrike" kern="0" cap="none" spc="0" normalizeH="0" baseline="0" noProof="0" dirty="0">
                <a:ln>
                  <a:noFill/>
                </a:ln>
                <a:solidFill>
                  <a:schemeClr val="tx1"/>
                </a:solidFill>
                <a:effectLst/>
                <a:uLnTx/>
                <a:uFillTx/>
              </a:rPr>
              <a:t>Modeling Accuracy</a:t>
            </a:r>
            <a:endParaRPr kumimoji="0" lang="zh-CN" altLang="en-US" sz="2000" i="0" u="none" strike="noStrike" kern="0" cap="none" spc="0" normalizeH="0" baseline="0" noProof="0" dirty="0">
              <a:ln>
                <a:noFill/>
              </a:ln>
              <a:solidFill>
                <a:schemeClr val="tx1"/>
              </a:solidFill>
              <a:effectLst/>
              <a:uLnTx/>
              <a:uFillTx/>
            </a:endParaRPr>
          </a:p>
        </p:txBody>
      </p:sp>
      <p:sp>
        <p:nvSpPr>
          <p:cNvPr id="13" name="文本框 12">
            <a:extLst>
              <a:ext uri="{FF2B5EF4-FFF2-40B4-BE49-F238E27FC236}">
                <a16:creationId xmlns:a16="http://schemas.microsoft.com/office/drawing/2014/main" id="{F1BADB80-3942-4992-B6DC-D1E0769E04C3}"/>
              </a:ext>
            </a:extLst>
          </p:cNvPr>
          <p:cNvSpPr txBox="1"/>
          <p:nvPr/>
        </p:nvSpPr>
        <p:spPr>
          <a:xfrm>
            <a:off x="5170743" y="1259442"/>
            <a:ext cx="3283865"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i="0" u="none" strike="noStrike" kern="0" cap="none" spc="0" normalizeH="0" baseline="0" noProof="0" dirty="0">
                <a:ln>
                  <a:noFill/>
                </a:ln>
                <a:solidFill>
                  <a:schemeClr val="tx1"/>
                </a:solidFill>
                <a:effectLst/>
                <a:uLnTx/>
                <a:uFillTx/>
              </a:rPr>
              <a:t>Computational Time</a:t>
            </a:r>
            <a:endParaRPr kumimoji="0" lang="zh-CN" altLang="en-US" sz="2000" i="0" u="none" strike="noStrike" kern="0" cap="none" spc="0" normalizeH="0" baseline="0" noProof="0" dirty="0">
              <a:ln>
                <a:noFill/>
              </a:ln>
              <a:solidFill>
                <a:schemeClr val="tx1"/>
              </a:solidFill>
              <a:effectLst/>
              <a:uLnTx/>
              <a:uFillTx/>
            </a:endParaRPr>
          </a:p>
        </p:txBody>
      </p:sp>
      <p:pic>
        <p:nvPicPr>
          <p:cNvPr id="3" name="图片 2">
            <a:extLst>
              <a:ext uri="{FF2B5EF4-FFF2-40B4-BE49-F238E27FC236}">
                <a16:creationId xmlns:a16="http://schemas.microsoft.com/office/drawing/2014/main" id="{77780CC1-D3E3-409B-91F4-231A72644FB5}"/>
              </a:ext>
            </a:extLst>
          </p:cNvPr>
          <p:cNvPicPr>
            <a:picLocks noChangeAspect="1"/>
          </p:cNvPicPr>
          <p:nvPr/>
        </p:nvPicPr>
        <p:blipFill>
          <a:blip r:embed="rId2"/>
          <a:stretch>
            <a:fillRect/>
          </a:stretch>
        </p:blipFill>
        <p:spPr>
          <a:xfrm>
            <a:off x="144555" y="1896276"/>
            <a:ext cx="4427444" cy="1634944"/>
          </a:xfrm>
          <a:prstGeom prst="rect">
            <a:avLst/>
          </a:prstGeom>
        </p:spPr>
      </p:pic>
      <p:pic>
        <p:nvPicPr>
          <p:cNvPr id="4" name="图片 3">
            <a:extLst>
              <a:ext uri="{FF2B5EF4-FFF2-40B4-BE49-F238E27FC236}">
                <a16:creationId xmlns:a16="http://schemas.microsoft.com/office/drawing/2014/main" id="{CC673475-DA58-474E-BE5C-63F8EECD47E2}"/>
              </a:ext>
            </a:extLst>
          </p:cNvPr>
          <p:cNvPicPr>
            <a:picLocks noChangeAspect="1"/>
          </p:cNvPicPr>
          <p:nvPr/>
        </p:nvPicPr>
        <p:blipFill>
          <a:blip r:embed="rId3"/>
          <a:stretch>
            <a:fillRect/>
          </a:stretch>
        </p:blipFill>
        <p:spPr>
          <a:xfrm>
            <a:off x="77321" y="3789170"/>
            <a:ext cx="4427445" cy="2151329"/>
          </a:xfrm>
          <a:prstGeom prst="rect">
            <a:avLst/>
          </a:prstGeom>
        </p:spPr>
      </p:pic>
      <p:sp>
        <p:nvSpPr>
          <p:cNvPr id="30" name="矩形 29">
            <a:extLst>
              <a:ext uri="{FF2B5EF4-FFF2-40B4-BE49-F238E27FC236}">
                <a16:creationId xmlns:a16="http://schemas.microsoft.com/office/drawing/2014/main" id="{D3DF7FF9-37E0-4EBC-8318-66C6DBB5F720}"/>
              </a:ext>
            </a:extLst>
          </p:cNvPr>
          <p:cNvSpPr/>
          <p:nvPr/>
        </p:nvSpPr>
        <p:spPr>
          <a:xfrm>
            <a:off x="343741" y="3283669"/>
            <a:ext cx="3834944" cy="171203"/>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F1FFD52B-F0C7-4951-8414-447D63092184}"/>
              </a:ext>
            </a:extLst>
          </p:cNvPr>
          <p:cNvPicPr>
            <a:picLocks noChangeAspect="1"/>
          </p:cNvPicPr>
          <p:nvPr/>
        </p:nvPicPr>
        <p:blipFill>
          <a:blip r:embed="rId4"/>
          <a:stretch>
            <a:fillRect/>
          </a:stretch>
        </p:blipFill>
        <p:spPr>
          <a:xfrm>
            <a:off x="4658618" y="2212325"/>
            <a:ext cx="4398765" cy="1821806"/>
          </a:xfrm>
          <a:prstGeom prst="rect">
            <a:avLst/>
          </a:prstGeom>
        </p:spPr>
      </p:pic>
      <p:sp>
        <p:nvSpPr>
          <p:cNvPr id="6" name="文本框 5">
            <a:extLst>
              <a:ext uri="{FF2B5EF4-FFF2-40B4-BE49-F238E27FC236}">
                <a16:creationId xmlns:a16="http://schemas.microsoft.com/office/drawing/2014/main" id="{64828E6A-B31A-403E-9D5C-E870D3DADBB5}"/>
              </a:ext>
            </a:extLst>
          </p:cNvPr>
          <p:cNvSpPr txBox="1"/>
          <p:nvPr/>
        </p:nvSpPr>
        <p:spPr>
          <a:xfrm>
            <a:off x="806342" y="5456369"/>
            <a:ext cx="3135795" cy="369332"/>
          </a:xfrm>
          <a:prstGeom prst="rect">
            <a:avLst/>
          </a:prstGeom>
          <a:ln>
            <a:noFill/>
          </a:ln>
        </p:spPr>
        <p:txBody>
          <a:bodyPr wrap="none" rtlCol="0">
            <a:spAutoFit/>
          </a:bodyPr>
          <a:lstStyle/>
          <a:p>
            <a:r>
              <a:rPr lang="en-US" altLang="zh-CN" b="1" dirty="0">
                <a:solidFill>
                  <a:srgbClr val="FF0000"/>
                </a:solidFill>
              </a:rPr>
              <a:t>LSTN: red   </a:t>
            </a:r>
            <a:r>
              <a:rPr lang="en-US" altLang="zh-CN" b="1" dirty="0"/>
              <a:t>True: black</a:t>
            </a:r>
            <a:endParaRPr lang="zh-CN" altLang="en-US" b="1" dirty="0"/>
          </a:p>
        </p:txBody>
      </p:sp>
      <p:sp>
        <p:nvSpPr>
          <p:cNvPr id="18" name="文本框 17">
            <a:extLst>
              <a:ext uri="{FF2B5EF4-FFF2-40B4-BE49-F238E27FC236}">
                <a16:creationId xmlns:a16="http://schemas.microsoft.com/office/drawing/2014/main" id="{D7CC7E8E-7CDF-483E-9648-4DD54490D315}"/>
              </a:ext>
            </a:extLst>
          </p:cNvPr>
          <p:cNvSpPr txBox="1"/>
          <p:nvPr/>
        </p:nvSpPr>
        <p:spPr>
          <a:xfrm>
            <a:off x="4338918" y="4482420"/>
            <a:ext cx="4872318" cy="646331"/>
          </a:xfrm>
          <a:prstGeom prst="rect">
            <a:avLst/>
          </a:prstGeom>
          <a:noFill/>
          <a:ln>
            <a:noFill/>
          </a:ln>
        </p:spPr>
        <p:txBody>
          <a:bodyPr wrap="square">
            <a:spAutoFit/>
          </a:bodyPr>
          <a:lstStyle/>
          <a:p>
            <a:r>
              <a:rPr lang="en-US" altLang="zh-CN" sz="1800" b="0" kern="0" dirty="0">
                <a:solidFill>
                  <a:schemeClr val="tx1"/>
                </a:solidFill>
              </a:rPr>
              <a:t>STN-60min: Computationally intractable with more than 80 industrial facilities</a:t>
            </a:r>
            <a:endParaRPr lang="zh-CN" altLang="en-US" dirty="0"/>
          </a:p>
        </p:txBody>
      </p:sp>
      <p:sp>
        <p:nvSpPr>
          <p:cNvPr id="19" name="灯片编号占位符 1">
            <a:extLst>
              <a:ext uri="{FF2B5EF4-FFF2-40B4-BE49-F238E27FC236}">
                <a16:creationId xmlns:a16="http://schemas.microsoft.com/office/drawing/2014/main" id="{35A5097B-0317-4729-B9BA-946BA6DDB91F}"/>
              </a:ext>
            </a:extLst>
          </p:cNvPr>
          <p:cNvSpPr txBox="1">
            <a:spLocks/>
          </p:cNvSpPr>
          <p:nvPr/>
        </p:nvSpPr>
        <p:spPr>
          <a:xfrm>
            <a:off x="8363164" y="6492875"/>
            <a:ext cx="548652"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8</a:t>
            </a:fld>
            <a:r>
              <a:rPr lang="en-US" altLang="zh-CN" sz="1400" dirty="0">
                <a:solidFill>
                  <a:schemeClr val="bg1"/>
                </a:solidFill>
                <a:cs typeface="+mn-ea"/>
                <a:sym typeface="+mn-lt"/>
              </a:rPr>
              <a:t>/9</a:t>
            </a:r>
            <a:endParaRPr lang="zh-CN" altLang="en-US" sz="1400" dirty="0">
              <a:solidFill>
                <a:schemeClr val="bg1"/>
              </a:solidFill>
              <a:cs typeface="+mn-ea"/>
              <a:sym typeface="+mn-lt"/>
            </a:endParaRPr>
          </a:p>
        </p:txBody>
      </p:sp>
      <p:sp>
        <p:nvSpPr>
          <p:cNvPr id="32" name="文本框 31">
            <a:extLst>
              <a:ext uri="{FF2B5EF4-FFF2-40B4-BE49-F238E27FC236}">
                <a16:creationId xmlns:a16="http://schemas.microsoft.com/office/drawing/2014/main" id="{2F54B9AF-EA43-4C29-829D-6C97DACF8460}"/>
              </a:ext>
            </a:extLst>
          </p:cNvPr>
          <p:cNvSpPr txBox="1"/>
          <p:nvPr/>
        </p:nvSpPr>
        <p:spPr>
          <a:xfrm>
            <a:off x="4338918" y="5232603"/>
            <a:ext cx="4872318" cy="646331"/>
          </a:xfrm>
          <a:prstGeom prst="rect">
            <a:avLst/>
          </a:prstGeom>
          <a:noFill/>
          <a:ln>
            <a:noFill/>
          </a:ln>
        </p:spPr>
        <p:txBody>
          <a:bodyPr wrap="square">
            <a:spAutoFit/>
          </a:bodyPr>
          <a:lstStyle/>
          <a:p>
            <a:r>
              <a:rPr lang="en-US" altLang="zh-CN" sz="1800" b="0" kern="0" dirty="0">
                <a:solidFill>
                  <a:schemeClr val="tx1"/>
                </a:solidFill>
              </a:rPr>
              <a:t>LSTN: Computationally tractable with </a:t>
            </a:r>
            <a:r>
              <a:rPr lang="en-US" altLang="zh-CN" sz="1800" b="0" kern="0" dirty="0">
                <a:solidFill>
                  <a:schemeClr val="tx1"/>
                </a:solidFill>
                <a:highlight>
                  <a:srgbClr val="FFFF00"/>
                </a:highlight>
              </a:rPr>
              <a:t>2000 industrial facilities </a:t>
            </a:r>
            <a:r>
              <a:rPr lang="en-US" altLang="zh-CN" sz="1800" b="0" kern="0" dirty="0">
                <a:solidFill>
                  <a:schemeClr val="tx1"/>
                </a:solidFill>
              </a:rPr>
              <a:t>or more</a:t>
            </a:r>
            <a:endParaRPr lang="zh-CN" altLang="en-US" dirty="0"/>
          </a:p>
        </p:txBody>
      </p:sp>
    </p:spTree>
    <p:extLst>
      <p:ext uri="{BB962C8B-B14F-4D97-AF65-F5344CB8AC3E}">
        <p14:creationId xmlns:p14="http://schemas.microsoft.com/office/powerpoint/2010/main" val="43771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44176-5504-4304-932D-C63173470916}"/>
              </a:ext>
            </a:extLst>
          </p:cNvPr>
          <p:cNvSpPr>
            <a:spLocks noGrp="1"/>
          </p:cNvSpPr>
          <p:nvPr>
            <p:ph type="title"/>
          </p:nvPr>
        </p:nvSpPr>
        <p:spPr/>
        <p:txBody>
          <a:bodyPr/>
          <a:lstStyle/>
          <a:p>
            <a:r>
              <a:rPr lang="fr-FR" dirty="0"/>
              <a:t>Conclusions</a:t>
            </a:r>
          </a:p>
        </p:txBody>
      </p:sp>
      <p:sp>
        <p:nvSpPr>
          <p:cNvPr id="47" name="文本框 46">
            <a:extLst>
              <a:ext uri="{FF2B5EF4-FFF2-40B4-BE49-F238E27FC236}">
                <a16:creationId xmlns:a16="http://schemas.microsoft.com/office/drawing/2014/main" id="{B89A28A5-5452-4A4E-A041-C668B6663EBD}"/>
              </a:ext>
            </a:extLst>
          </p:cNvPr>
          <p:cNvSpPr txBox="1"/>
          <p:nvPr/>
        </p:nvSpPr>
        <p:spPr>
          <a:xfrm>
            <a:off x="0" y="1076246"/>
            <a:ext cx="8087229" cy="400110"/>
          </a:xfrm>
          <a:prstGeom prst="rect">
            <a:avLst/>
          </a:prstGeom>
          <a:noFill/>
        </p:spPr>
        <p:txBody>
          <a:bodyPr wrap="square" rtlCol="0">
            <a:spAutoFit/>
          </a:bodyPr>
          <a:lstStyle>
            <a:defPPr>
              <a:defRPr lang="en-US"/>
            </a:defPPr>
            <a:lvl1pPr algn="ctr">
              <a:defRPr b="1">
                <a:solidFill>
                  <a:srgbClr val="074C97"/>
                </a:solidFill>
              </a:defRPr>
            </a:lvl1pPr>
          </a:lstStyle>
          <a:p>
            <a:pPr lvl="0" fontAlgn="auto">
              <a:spcBef>
                <a:spcPts val="0"/>
              </a:spcBef>
              <a:spcAft>
                <a:spcPts val="0"/>
              </a:spcAft>
              <a:defRPr/>
            </a:pPr>
            <a:r>
              <a:rPr kumimoji="0" lang="en-US" altLang="zh-CN" sz="2000" b="0" i="0" u="none" strike="noStrike" kern="0" cap="none" spc="0" normalizeH="0" baseline="0" noProof="0" dirty="0">
                <a:ln>
                  <a:noFill/>
                </a:ln>
                <a:solidFill>
                  <a:schemeClr val="tx1"/>
                </a:solidFill>
                <a:effectLst/>
                <a:highlight>
                  <a:srgbClr val="FFFF00"/>
                </a:highlight>
                <a:uLnTx/>
                <a:uFillTx/>
              </a:rPr>
              <a:t>LSTN: Linear STN </a:t>
            </a:r>
            <a:r>
              <a:rPr kumimoji="0" lang="en-US" altLang="zh-CN" sz="2000" b="0" i="0" u="none" strike="noStrike" kern="0" cap="none" spc="0" normalizeH="0" baseline="0" noProof="0" dirty="0">
                <a:ln>
                  <a:noFill/>
                </a:ln>
                <a:solidFill>
                  <a:schemeClr val="tx1"/>
                </a:solidFill>
                <a:effectLst/>
                <a:uLnTx/>
                <a:uFillTx/>
              </a:rPr>
              <a:t>instead of MILP-based models</a:t>
            </a:r>
            <a:endParaRPr kumimoji="0" lang="zh-CN" altLang="en-US" sz="2000" b="0" i="0" u="none" strike="noStrike" kern="0" cap="none" spc="0" normalizeH="0" baseline="0" noProof="0" dirty="0">
              <a:ln>
                <a:noFill/>
              </a:ln>
              <a:solidFill>
                <a:schemeClr val="tx1"/>
              </a:solidFill>
              <a:effectLst/>
              <a:uLnTx/>
              <a:uFillTx/>
            </a:endParaRPr>
          </a:p>
        </p:txBody>
      </p:sp>
      <p:sp>
        <p:nvSpPr>
          <p:cNvPr id="48" name="文本框 47">
            <a:extLst>
              <a:ext uri="{FF2B5EF4-FFF2-40B4-BE49-F238E27FC236}">
                <a16:creationId xmlns:a16="http://schemas.microsoft.com/office/drawing/2014/main" id="{29D2A8D3-08B1-445E-8C4E-56C205B8F0D2}"/>
              </a:ext>
            </a:extLst>
          </p:cNvPr>
          <p:cNvSpPr txBox="1"/>
          <p:nvPr/>
        </p:nvSpPr>
        <p:spPr>
          <a:xfrm>
            <a:off x="470957" y="1492848"/>
            <a:ext cx="6306362" cy="1415067"/>
          </a:xfrm>
          <a:prstGeom prst="rect">
            <a:avLst/>
          </a:prstGeom>
          <a:noFill/>
        </p:spPr>
        <p:txBody>
          <a:bodyPr wrap="square" rtlCol="0">
            <a:spAutoFit/>
          </a:bodyPr>
          <a:lstStyle>
            <a:defPPr>
              <a:defRPr lang="en-US"/>
            </a:defPPr>
            <a:lvl1pPr algn="ctr">
              <a:defRPr b="1">
                <a:solidFill>
                  <a:srgbClr val="074C97"/>
                </a:solidFill>
              </a:defRPr>
            </a:lvl1pPr>
          </a:lstStyle>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O</a:t>
            </a:r>
            <a:r>
              <a:rPr kumimoji="0" lang="en-US" altLang="zh-CN" sz="2000" b="0" i="0" u="none" strike="noStrike" kern="0" cap="none" spc="0" normalizeH="0" baseline="0" noProof="0" dirty="0" err="1">
                <a:ln>
                  <a:noFill/>
                </a:ln>
                <a:solidFill>
                  <a:schemeClr val="tx1"/>
                </a:solidFill>
                <a:effectLst/>
                <a:uLnTx/>
                <a:uFillTx/>
              </a:rPr>
              <a:t>vercome</a:t>
            </a:r>
            <a:r>
              <a:rPr kumimoji="0" lang="en-US" altLang="zh-CN" sz="2000" b="0" i="0" u="none" strike="noStrike" kern="0" cap="none" spc="0" normalizeH="0" baseline="0" noProof="0" dirty="0">
                <a:ln>
                  <a:noFill/>
                </a:ln>
                <a:solidFill>
                  <a:schemeClr val="tx1"/>
                </a:solidFill>
                <a:effectLst/>
                <a:uLnTx/>
                <a:uFillTx/>
              </a:rPr>
              <a:t> computation complexity issues</a:t>
            </a:r>
          </a:p>
          <a:p>
            <a:pPr marL="285750" lvl="0" indent="-285750" algn="l" fontAlgn="auto">
              <a:lnSpc>
                <a:spcPct val="150000"/>
              </a:lnSpc>
              <a:spcBef>
                <a:spcPts val="0"/>
              </a:spcBef>
              <a:spcAft>
                <a:spcPts val="0"/>
              </a:spcAft>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rPr>
              <a:t>Increased </a:t>
            </a:r>
            <a:r>
              <a:rPr lang="en-US" altLang="zh-CN" sz="2000" b="0" kern="0" dirty="0">
                <a:solidFill>
                  <a:schemeClr val="tx1"/>
                </a:solidFill>
              </a:rPr>
              <a:t>model accuracy</a:t>
            </a:r>
          </a:p>
          <a:p>
            <a:pPr marL="285750" lvl="0" indent="-285750" algn="l" fontAlgn="auto">
              <a:lnSpc>
                <a:spcPct val="150000"/>
              </a:lnSpc>
              <a:spcBef>
                <a:spcPts val="0"/>
              </a:spcBef>
              <a:spcAft>
                <a:spcPts val="0"/>
              </a:spcAft>
              <a:buFont typeface="Wingdings" panose="05000000000000000000" pitchFamily="2" charset="2"/>
              <a:buChar char="l"/>
              <a:defRPr/>
            </a:pPr>
            <a:r>
              <a:rPr lang="en-US" altLang="zh-CN" sz="2000" b="0" kern="0" dirty="0">
                <a:solidFill>
                  <a:schemeClr val="tx1"/>
                </a:solidFill>
              </a:rPr>
              <a:t>Easier to embed into dispatch models</a:t>
            </a:r>
            <a:endParaRPr kumimoji="0" lang="en-US" altLang="zh-CN" sz="2000" b="0" i="0" u="none" strike="noStrike" kern="0" cap="none" spc="0" normalizeH="0" baseline="0" noProof="0" dirty="0">
              <a:ln>
                <a:noFill/>
              </a:ln>
              <a:solidFill>
                <a:schemeClr val="tx1"/>
              </a:solidFill>
              <a:effectLst/>
              <a:uLnTx/>
              <a:uFillTx/>
            </a:endParaRPr>
          </a:p>
        </p:txBody>
      </p:sp>
      <p:pic>
        <p:nvPicPr>
          <p:cNvPr id="23" name="图片 22">
            <a:extLst>
              <a:ext uri="{FF2B5EF4-FFF2-40B4-BE49-F238E27FC236}">
                <a16:creationId xmlns:a16="http://schemas.microsoft.com/office/drawing/2014/main" id="{73D95733-FFCE-42F4-9F58-2281E909B810}"/>
              </a:ext>
            </a:extLst>
          </p:cNvPr>
          <p:cNvPicPr>
            <a:picLocks noChangeAspect="1"/>
          </p:cNvPicPr>
          <p:nvPr/>
        </p:nvPicPr>
        <p:blipFill rotWithShape="1">
          <a:blip r:embed="rId2"/>
          <a:srcRect l="3266" r="3609"/>
          <a:stretch/>
        </p:blipFill>
        <p:spPr>
          <a:xfrm>
            <a:off x="6329082" y="3032437"/>
            <a:ext cx="1846730" cy="2241177"/>
          </a:xfrm>
          <a:prstGeom prst="rect">
            <a:avLst/>
          </a:prstGeom>
        </p:spPr>
      </p:pic>
      <p:sp>
        <p:nvSpPr>
          <p:cNvPr id="35" name="文本框 34">
            <a:extLst>
              <a:ext uri="{FF2B5EF4-FFF2-40B4-BE49-F238E27FC236}">
                <a16:creationId xmlns:a16="http://schemas.microsoft.com/office/drawing/2014/main" id="{E41C4540-230A-404F-A277-5CD8CA79E56D}"/>
              </a:ext>
            </a:extLst>
          </p:cNvPr>
          <p:cNvSpPr txBox="1"/>
          <p:nvPr/>
        </p:nvSpPr>
        <p:spPr>
          <a:xfrm>
            <a:off x="1505291" y="5365152"/>
            <a:ext cx="6306362" cy="707886"/>
          </a:xfrm>
          <a:prstGeom prst="rect">
            <a:avLst/>
          </a:prstGeom>
          <a:noFill/>
          <a:ln>
            <a:noFill/>
          </a:ln>
        </p:spPr>
        <p:txBody>
          <a:bodyPr wrap="square">
            <a:spAutoFit/>
          </a:bodyPr>
          <a:lstStyle/>
          <a:p>
            <a:r>
              <a:rPr lang="en-US" altLang="zh-CN" sz="2000" kern="0" dirty="0"/>
              <a:t>P</a:t>
            </a:r>
            <a:r>
              <a:rPr lang="zh-CN" altLang="en-US" sz="2000" kern="0" dirty="0"/>
              <a:t>ower is discrete, </a:t>
            </a:r>
            <a:r>
              <a:rPr lang="en-US" altLang="zh-CN" sz="2000" kern="0" dirty="0"/>
              <a:t>but </a:t>
            </a:r>
            <a:r>
              <a:rPr lang="zh-CN" altLang="en-US" sz="2000" kern="0" dirty="0"/>
              <a:t>the energy integrated over a time interval can be close to continuous</a:t>
            </a:r>
            <a:r>
              <a:rPr lang="en-US" altLang="zh-CN" sz="2000" kern="0" dirty="0"/>
              <a:t>!</a:t>
            </a:r>
            <a:endParaRPr lang="zh-CN" altLang="en-US" sz="2000" kern="0" dirty="0"/>
          </a:p>
        </p:txBody>
      </p:sp>
      <p:pic>
        <p:nvPicPr>
          <p:cNvPr id="13" name="图片 12">
            <a:extLst>
              <a:ext uri="{FF2B5EF4-FFF2-40B4-BE49-F238E27FC236}">
                <a16:creationId xmlns:a16="http://schemas.microsoft.com/office/drawing/2014/main" id="{DA132970-E9F0-4223-83A4-5BA777A09919}"/>
              </a:ext>
            </a:extLst>
          </p:cNvPr>
          <p:cNvPicPr>
            <a:picLocks noChangeAspect="1"/>
          </p:cNvPicPr>
          <p:nvPr/>
        </p:nvPicPr>
        <p:blipFill>
          <a:blip r:embed="rId3"/>
          <a:stretch>
            <a:fillRect/>
          </a:stretch>
        </p:blipFill>
        <p:spPr>
          <a:xfrm>
            <a:off x="783474" y="3104059"/>
            <a:ext cx="3985750" cy="2169555"/>
          </a:xfrm>
          <a:prstGeom prst="rect">
            <a:avLst/>
          </a:prstGeom>
        </p:spPr>
      </p:pic>
      <p:sp>
        <p:nvSpPr>
          <p:cNvPr id="37" name="文本框 36">
            <a:extLst>
              <a:ext uri="{FF2B5EF4-FFF2-40B4-BE49-F238E27FC236}">
                <a16:creationId xmlns:a16="http://schemas.microsoft.com/office/drawing/2014/main" id="{5E5989F1-58E4-48E1-832B-CC4FF15142F5}"/>
              </a:ext>
            </a:extLst>
          </p:cNvPr>
          <p:cNvSpPr txBox="1"/>
          <p:nvPr/>
        </p:nvSpPr>
        <p:spPr>
          <a:xfrm>
            <a:off x="3801035" y="3803101"/>
            <a:ext cx="2354386" cy="646331"/>
          </a:xfrm>
          <a:prstGeom prst="rect">
            <a:avLst/>
          </a:prstGeom>
          <a:noFill/>
          <a:ln>
            <a:noFill/>
          </a:ln>
        </p:spPr>
        <p:txBody>
          <a:bodyPr wrap="square">
            <a:spAutoFit/>
          </a:bodyPr>
          <a:lstStyle/>
          <a:p>
            <a:r>
              <a:rPr lang="en-US" altLang="zh-CN" kern="0" dirty="0"/>
              <a:t>An a</a:t>
            </a:r>
            <a:r>
              <a:rPr lang="zh-CN" altLang="en-US" kern="0" dirty="0"/>
              <a:t>nalog</a:t>
            </a:r>
            <a:r>
              <a:rPr lang="en-US" altLang="zh-CN" kern="0" dirty="0"/>
              <a:t>y:</a:t>
            </a:r>
            <a:r>
              <a:rPr lang="zh-CN" altLang="en-US" kern="0" dirty="0"/>
              <a:t> PWM rectification</a:t>
            </a:r>
            <a:endParaRPr lang="en-US" altLang="zh-CN" kern="0" dirty="0"/>
          </a:p>
        </p:txBody>
      </p:sp>
      <p:sp>
        <p:nvSpPr>
          <p:cNvPr id="14" name="灯片编号占位符 1">
            <a:extLst>
              <a:ext uri="{FF2B5EF4-FFF2-40B4-BE49-F238E27FC236}">
                <a16:creationId xmlns:a16="http://schemas.microsoft.com/office/drawing/2014/main" id="{995D7789-DA68-47E6-9C47-CDCD4C1B034B}"/>
              </a:ext>
            </a:extLst>
          </p:cNvPr>
          <p:cNvSpPr txBox="1">
            <a:spLocks/>
          </p:cNvSpPr>
          <p:nvPr/>
        </p:nvSpPr>
        <p:spPr>
          <a:xfrm>
            <a:off x="8260422" y="6492875"/>
            <a:ext cx="651394" cy="365125"/>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1pPr>
            <a:lvl2pPr marL="4572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2pPr>
            <a:lvl3pPr marL="9144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3pPr>
            <a:lvl4pPr marL="13716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4pPr>
            <a:lvl5pPr marL="1828800" algn="l" defTabSz="457200" rtl="0" fontAlgn="base">
              <a:spcBef>
                <a:spcPct val="0"/>
              </a:spcBef>
              <a:spcAft>
                <a:spcPct val="0"/>
              </a:spcAft>
              <a:defRPr kern="1200">
                <a:solidFill>
                  <a:schemeClr val="tx1"/>
                </a:solidFill>
                <a:latin typeface="Verdana" pitchFamily="34" charset="0"/>
                <a:ea typeface="MS PGothic" pitchFamily="34" charset="-128"/>
                <a:cs typeface="Arial" pitchFamily="34" charset="0"/>
              </a:defRPr>
            </a:lvl5pPr>
            <a:lvl6pPr marL="2286000" algn="l" defTabSz="914400" rtl="0" eaLnBrk="1" latinLnBrk="0" hangingPunct="1">
              <a:defRPr kern="1200">
                <a:solidFill>
                  <a:schemeClr val="tx1"/>
                </a:solidFill>
                <a:latin typeface="Verdana" pitchFamily="34" charset="0"/>
                <a:ea typeface="MS PGothic" pitchFamily="34" charset="-128"/>
                <a:cs typeface="Arial" pitchFamily="34" charset="0"/>
              </a:defRPr>
            </a:lvl6pPr>
            <a:lvl7pPr marL="2743200" algn="l" defTabSz="914400" rtl="0" eaLnBrk="1" latinLnBrk="0" hangingPunct="1">
              <a:defRPr kern="1200">
                <a:solidFill>
                  <a:schemeClr val="tx1"/>
                </a:solidFill>
                <a:latin typeface="Verdana" pitchFamily="34" charset="0"/>
                <a:ea typeface="MS PGothic" pitchFamily="34" charset="-128"/>
                <a:cs typeface="Arial" pitchFamily="34" charset="0"/>
              </a:defRPr>
            </a:lvl7pPr>
            <a:lvl8pPr marL="3200400" algn="l" defTabSz="914400" rtl="0" eaLnBrk="1" latinLnBrk="0" hangingPunct="1">
              <a:defRPr kern="1200">
                <a:solidFill>
                  <a:schemeClr val="tx1"/>
                </a:solidFill>
                <a:latin typeface="Verdana" pitchFamily="34" charset="0"/>
                <a:ea typeface="MS PGothic" pitchFamily="34" charset="-128"/>
                <a:cs typeface="Arial" pitchFamily="34" charset="0"/>
              </a:defRPr>
            </a:lvl8pPr>
            <a:lvl9pPr marL="3657600" algn="l" defTabSz="914400" rtl="0" eaLnBrk="1" latinLnBrk="0" hangingPunct="1">
              <a:defRPr kern="1200">
                <a:solidFill>
                  <a:schemeClr val="tx1"/>
                </a:solidFill>
                <a:latin typeface="Verdana" pitchFamily="34" charset="0"/>
                <a:ea typeface="MS PGothic" pitchFamily="34" charset="-128"/>
                <a:cs typeface="Arial" pitchFamily="34" charset="0"/>
              </a:defRPr>
            </a:lvl9pPr>
          </a:lstStyle>
          <a:p>
            <a:pPr algn="r" defTabSz="914400" fontAlgn="auto">
              <a:spcBef>
                <a:spcPts val="0"/>
              </a:spcBef>
              <a:spcAft>
                <a:spcPts val="0"/>
              </a:spcAft>
              <a:defRPr/>
            </a:pPr>
            <a:fld id="{4C7EE5D8-6200-46CA-A960-1DA5B550D24A}" type="slidenum">
              <a:rPr lang="zh-CN" altLang="en-US" sz="1400" smtClean="0">
                <a:solidFill>
                  <a:schemeClr val="bg1"/>
                </a:solidFill>
                <a:cs typeface="+mn-ea"/>
                <a:sym typeface="+mn-lt"/>
              </a:rPr>
              <a:pPr algn="r" defTabSz="914400" fontAlgn="auto">
                <a:spcBef>
                  <a:spcPts val="0"/>
                </a:spcBef>
                <a:spcAft>
                  <a:spcPts val="0"/>
                </a:spcAft>
                <a:defRPr/>
              </a:pPr>
              <a:t>9</a:t>
            </a:fld>
            <a:r>
              <a:rPr lang="en-US" altLang="zh-CN" sz="1400" dirty="0">
                <a:solidFill>
                  <a:schemeClr val="bg1"/>
                </a:solidFill>
                <a:cs typeface="+mn-ea"/>
                <a:sym typeface="+mn-lt"/>
              </a:rPr>
              <a:t>/9</a:t>
            </a:r>
            <a:endParaRPr lang="zh-CN" altLang="en-US" sz="1400" dirty="0">
              <a:solidFill>
                <a:schemeClr val="bg1"/>
              </a:solidFill>
              <a:cs typeface="+mn-ea"/>
              <a:sym typeface="+mn-lt"/>
            </a:endParaRPr>
          </a:p>
        </p:txBody>
      </p:sp>
      <p:sp>
        <p:nvSpPr>
          <p:cNvPr id="10" name="文本框 9">
            <a:extLst>
              <a:ext uri="{FF2B5EF4-FFF2-40B4-BE49-F238E27FC236}">
                <a16:creationId xmlns:a16="http://schemas.microsoft.com/office/drawing/2014/main" id="{EBBA8DBE-B078-40CA-96F2-27D022BCE3FA}"/>
              </a:ext>
            </a:extLst>
          </p:cNvPr>
          <p:cNvSpPr txBox="1"/>
          <p:nvPr/>
        </p:nvSpPr>
        <p:spPr>
          <a:xfrm>
            <a:off x="2127937" y="64175"/>
            <a:ext cx="6306362" cy="400110"/>
          </a:xfrm>
          <a:prstGeom prst="rect">
            <a:avLst/>
          </a:prstGeom>
          <a:noFill/>
          <a:ln>
            <a:noFill/>
          </a:ln>
        </p:spPr>
        <p:txBody>
          <a:bodyPr wrap="square">
            <a:spAutoFit/>
          </a:bodyPr>
          <a:lstStyle/>
          <a:p>
            <a:r>
              <a:rPr lang="en-US" altLang="zh-CN" sz="2000" kern="0" dirty="0"/>
              <a:t>My email: lrk21@mails.tsinghua.edu.cn</a:t>
            </a:r>
            <a:endParaRPr lang="zh-CN" altLang="en-US" sz="2000" kern="0" dirty="0"/>
          </a:p>
        </p:txBody>
      </p:sp>
    </p:spTree>
    <p:extLst>
      <p:ext uri="{BB962C8B-B14F-4D97-AF65-F5344CB8AC3E}">
        <p14:creationId xmlns:p14="http://schemas.microsoft.com/office/powerpoint/2010/main" val="2104589177"/>
      </p:ext>
    </p:extLst>
  </p:cSld>
  <p:clrMapOvr>
    <a:masterClrMapping/>
  </p:clrMapOvr>
</p:sld>
</file>

<file path=ppt/theme/theme1.xml><?xml version="1.0" encoding="utf-8"?>
<a:theme xmlns:a="http://schemas.openxmlformats.org/drawingml/2006/main" name="ieee_presentation_template">
  <a:themeElements>
    <a:clrScheme name="IEEE Corporate">
      <a:dk1>
        <a:sysClr val="windowText" lastClr="000000"/>
      </a:dk1>
      <a:lt1>
        <a:sysClr val="window" lastClr="FFFFFF"/>
      </a:lt1>
      <a:dk2>
        <a:srgbClr val="00678F"/>
      </a:dk2>
      <a:lt2>
        <a:srgbClr val="EEECE1"/>
      </a:lt2>
      <a:accent1>
        <a:srgbClr val="0066A1"/>
      </a:accent1>
      <a:accent2>
        <a:srgbClr val="E37222"/>
      </a:accent2>
      <a:accent3>
        <a:srgbClr val="71953D"/>
      </a:accent3>
      <a:accent4>
        <a:srgbClr val="6B1F7C"/>
      </a:accent4>
      <a:accent5>
        <a:srgbClr val="009FDB"/>
      </a:accent5>
      <a:accent6>
        <a:srgbClr val="810031"/>
      </a:accent6>
      <a:hlink>
        <a:srgbClr val="0066A1"/>
      </a:hlink>
      <a:folHlink>
        <a:srgbClr val="541868"/>
      </a:folHlink>
    </a:clrScheme>
    <a:fontScheme name="Office">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ln>
          <a:noFill/>
        </a:ln>
      </a:spPr>
      <a:bodyPr/>
      <a:lstStyle>
        <a:defPPr>
          <a:defRPr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定义 1">
    <a:dk1>
      <a:srgbClr val="000000"/>
    </a:dk1>
    <a:lt1>
      <a:sysClr val="window" lastClr="FFFFFF"/>
    </a:lt1>
    <a:dk2>
      <a:srgbClr val="0070C0"/>
    </a:dk2>
    <a:lt2>
      <a:srgbClr val="ACCBF9"/>
    </a:lt2>
    <a:accent1>
      <a:srgbClr val="074C97"/>
    </a:accent1>
    <a:accent2>
      <a:srgbClr val="00B0F0"/>
    </a:accent2>
    <a:accent3>
      <a:srgbClr val="009999"/>
    </a:accent3>
    <a:accent4>
      <a:srgbClr val="C00000"/>
    </a:accent4>
    <a:accent5>
      <a:srgbClr val="FF6600"/>
    </a:accent5>
    <a:accent6>
      <a:srgbClr val="FFFF00"/>
    </a:accent6>
    <a:hlink>
      <a:srgbClr val="9454C3"/>
    </a:hlink>
    <a:folHlink>
      <a:srgbClr val="3EBBF0"/>
    </a:folHlink>
  </a:clrScheme>
  <a:fontScheme name="营销服务中心科技项目">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UI/customUI.xml><?xml version="1.0" encoding="utf-8"?>
<customUI xmlns="http://schemas.microsoft.com/office/2006/01/customui">
  <ribbon>
    <tabs>
      <!-- Your tabs and controls go here -->
      <tab idMso="TabHome">
        <group id="customGroup1" label="Slide number / Total slide numbers">
          <button id="customButton1" label="Add slide number" size="large" onAction="AddSN" imageMso="QueryAppend"/>
          <button id="customButton2" label="Remove slide numbers" size="large" onAction="RemoveSN" imageMso="InkEraseMode"/>
        </group>
      </tab>
    </tabs>
  </ribbon>
</customUI>
</file>

<file path=docProps/app.xml><?xml version="1.0" encoding="utf-8"?>
<Properties xmlns="http://schemas.openxmlformats.org/officeDocument/2006/extended-properties" xmlns:vt="http://schemas.openxmlformats.org/officeDocument/2006/docPropsVTypes">
  <Template>ieee_presentation_template.pot</Template>
  <TotalTime>1931</TotalTime>
  <Words>501</Words>
  <Application>Microsoft Office PowerPoint</Application>
  <PresentationFormat>全屏显示(4:3)</PresentationFormat>
  <Paragraphs>106</Paragraphs>
  <Slides>9</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Lucida Grande</vt:lpstr>
      <vt:lpstr>微软雅黑</vt:lpstr>
      <vt:lpstr>Arial</vt:lpstr>
      <vt:lpstr>Calibri</vt:lpstr>
      <vt:lpstr>Verdana</vt:lpstr>
      <vt:lpstr>Wingdings</vt:lpstr>
      <vt:lpstr>ieee_presentation_template</vt:lpstr>
      <vt:lpstr>LSTN: A Linear Model of  Industrial Production Process for Demand Response</vt:lpstr>
      <vt:lpstr>Introduction</vt:lpstr>
      <vt:lpstr>Introduction</vt:lpstr>
      <vt:lpstr>Objectives</vt:lpstr>
      <vt:lpstr>Methodology</vt:lpstr>
      <vt:lpstr>Methodology</vt:lpstr>
      <vt:lpstr>Case Study</vt:lpstr>
      <vt:lpstr>Results</vt:lpstr>
      <vt:lpstr>Conclusions</vt:lpstr>
    </vt:vector>
  </TitlesOfParts>
  <Company>IEEE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Engel, Lisa Lisa.</dc:creator>
  <cp:lastModifiedBy>睿可 吕</cp:lastModifiedBy>
  <cp:revision>258</cp:revision>
  <dcterms:created xsi:type="dcterms:W3CDTF">2012-11-14T18:53:32Z</dcterms:created>
  <dcterms:modified xsi:type="dcterms:W3CDTF">2023-10-25T05:15:34Z</dcterms:modified>
</cp:coreProperties>
</file>